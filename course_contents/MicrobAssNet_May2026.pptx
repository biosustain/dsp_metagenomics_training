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0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3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7" r:id="rId2"/>
    <p:sldId id="259" r:id="rId3"/>
    <p:sldId id="260" r:id="rId4"/>
    <p:sldId id="261" r:id="rId5"/>
    <p:sldId id="263" r:id="rId6"/>
    <p:sldId id="269" r:id="rId7"/>
    <p:sldId id="267" r:id="rId8"/>
    <p:sldId id="270" r:id="rId9"/>
    <p:sldId id="272" r:id="rId10"/>
    <p:sldId id="273" r:id="rId11"/>
    <p:sldId id="279" r:id="rId12"/>
    <p:sldId id="278" r:id="rId13"/>
    <p:sldId id="277" r:id="rId14"/>
    <p:sldId id="280" r:id="rId15"/>
    <p:sldId id="281" r:id="rId16"/>
    <p:sldId id="282" r:id="rId17"/>
    <p:sldId id="283" r:id="rId18"/>
    <p:sldId id="284" r:id="rId19"/>
    <p:sldId id="286" r:id="rId20"/>
    <p:sldId id="287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301" r:id="rId30"/>
    <p:sldId id="299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298" r:id="rId39"/>
    <p:sldId id="309" r:id="rId40"/>
    <p:sldId id="310" r:id="rId41"/>
    <p:sldId id="311" r:id="rId42"/>
    <p:sldId id="313" r:id="rId43"/>
    <p:sldId id="312" r:id="rId44"/>
    <p:sldId id="314" r:id="rId45"/>
    <p:sldId id="318" r:id="rId46"/>
    <p:sldId id="315" r:id="rId47"/>
    <p:sldId id="316" r:id="rId48"/>
    <p:sldId id="317" r:id="rId49"/>
    <p:sldId id="320" r:id="rId50"/>
    <p:sldId id="319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AC6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5"/>
    <p:restoredTop sz="94795"/>
  </p:normalViewPr>
  <p:slideViewPr>
    <p:cSldViewPr snapToGrid="0">
      <p:cViewPr varScale="1">
        <p:scale>
          <a:sx n="103" d="100"/>
          <a:sy n="103" d="100"/>
        </p:scale>
        <p:origin x="1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38CB4-8849-2E45-B8D4-6D1389328D9F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CF3AE-122C-F040-B0F7-7A5379C3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04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28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E8F4B-2C22-36DF-DCB5-6C8E9EF1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60376-7C94-BC10-96D8-CEA99452D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6270E-44FA-3592-2E04-DC1863238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BD99E-8F61-CD38-2AC4-DA56919D5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57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A1D8-EBC6-687E-D2CD-9E07D564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3093B-467D-FEB4-9906-E6EE8E011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6D3C7-7D18-57FF-B028-210957505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DC905-54EB-48A6-CCFB-142EFBC53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8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C8529-9489-2D93-25CB-A478E800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8E2C6-6245-AFFB-DF32-6665BF861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49D18-9CB6-482E-6C09-F96595E56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C86D9-EDAB-4806-DB12-0384B56E5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28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18D0-5E29-E8A6-BA24-008F812C3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37674-F9B0-DD92-2E5F-586EC8F59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0F973-90A1-A78A-0443-ED042F473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516E8-C99E-B2BC-A72E-B3E9C9BD2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05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F3D7-9923-8187-DA12-82EBFC592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BA112-28FD-10CF-1785-EEFD28C73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F05FA-07FF-C730-5932-43F367B95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4C265-51D6-70D5-4214-127385B7D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95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6F4C7-66B2-DF21-740A-276ADB742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F38F9-ADB8-5EEB-F34F-C4F976B1F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4F9E0-CC4E-0C07-CBA0-98048A178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39B69-07D7-455B-EA60-CF7069C92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6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78EB-7EEA-1107-92FE-2A632A30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C32C8-220C-6CA6-73D0-81987712D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F3B48-5BCE-C2B1-4FEB-4FF8C0634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157F0-758A-4C0C-5706-BD72BC57A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20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8DA9B-2EF9-939C-9A4D-8E7268278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438C2-70F6-A982-ACFE-C70C3BA04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18635-46DD-3264-0976-4F142E78E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B8576-E25E-EA57-D744-EA9DAE677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64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34C28-2D70-4CF1-6F9A-83E1A62B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3D458-1D9B-355B-0019-6D269C04A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02B0C-1578-186A-9640-43BF7C126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0CF62-D878-3ACE-899A-D9DCA9016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52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CB4F2-97B1-E089-6684-8E0A3571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12395-6E63-9FDE-5C20-2E328CEA8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74FB3-75A4-648B-E160-EB44BB8CA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B0227-57AF-F992-13D2-0353E7974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46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633B5-4E7B-128F-0FBF-B57D3FE45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49E5A-8474-FF4B-6400-E195DAEFC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8CB08-6AE2-C1C2-B941-788E031E6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7C4F8-3ACA-90E6-88A3-5E4A727F9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84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DCF8-466E-F995-99E6-018ADF996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0E82A-00F5-5146-FC1D-B3F7F3D00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D6AAC-91A4-9815-C92D-EDDC7A551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2DB5C-92F7-C0F2-9159-8B82EA4CB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20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0E0D-28C2-9A30-14D3-2CE16045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64FA5-A811-B66F-D126-D5039D337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DCB3E-A8C7-C6A9-9759-665580756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90821-84EC-D4A9-1650-CA28167A2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69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7EFAF-4FBB-9B25-A3B9-6F9317C2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5ED7E-D2F6-D3FC-B991-7C2793FDF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074D9-7822-C129-4A1C-17A51968F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B2F38-6F33-EAE0-F616-D11781AA6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643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831D-AB86-5037-9B3D-F570EAEB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B15F3-59AC-6212-8BE3-5DE02D3A4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1CE0D-D4BE-2AA6-2C42-9E28031F1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F2B99-4EC0-F4BC-16AD-4509F0EC3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0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0982-0068-CE51-D63F-6A3F10843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2AEFC-ECD9-7A50-7D35-FF5E9F7C2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B5DF6-8C46-CC41-2C82-64758E961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F8222-4A58-6BF8-6F63-64EC5B28F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80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72A2D-CC78-DFC1-BC87-4396120B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882F21-A4AA-66CC-8171-C6D3D3586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E527B-2D1A-E003-1B43-E76BD301E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9A9F5-CBFF-D937-E23B-FAD49F1E4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01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DD38D-1023-692D-8EE8-79DC99DC3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3FF3D-5FE9-D97F-D7AE-162468227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0682E-0E60-D879-A2A7-A4C2817F2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B8A45-2684-B3CD-09EA-398EF89B8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26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FF7F-2889-F7D9-25F7-AA591FC80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27212-B77E-A5C7-949F-70C6A5CB3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894D6-A6B8-7E1E-F419-12A792273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3D6E3-1487-BD36-AB88-2AD88BEC7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85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8D8DF-2991-F088-7458-BBB2F818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C0A58-FCE8-A106-7951-3623B4A30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0201B-A15E-643D-D619-21C9EB9A3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BE9C2-22CA-401E-4FAC-480C753EE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23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637A-A520-26E2-7ED6-791B87B61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53E28-DAD0-A311-9D51-E30136D09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C6520-0EDA-C559-977D-8C6A4C7DF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D8C32-438B-6502-2255-4F9EEC9CE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11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A0BCB-4134-4948-AA7F-6A4DEC12B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6F63D-EAB8-1503-36FE-43AC9751D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8E112-E580-4B56-10B9-40ADF874D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B14F4-84DC-D73D-4510-AD39A4939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671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87ED-A88A-6BB5-D724-DF5D21BF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83A9E-6B89-723C-8C16-6A26EC20B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DA256-F79E-DA06-A5F5-A177FBDB6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16BE7-D283-A58D-88AB-A8315A43D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045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C649-6EA5-5E3F-FF27-4B069724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2716A-C909-6EEF-495C-41581C8E2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4E088-D92B-9B4C-068A-B73A2BB89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F692A-1E9F-BA3E-8D93-C8ED9A872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61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C69E-36A4-7068-B2A9-7C8486D9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919A8-4C0D-EFE6-C8C4-F82CC7779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1AEF5-F869-6354-9FD0-301CB0F50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0323C-D440-21B8-FC88-F3BC26618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667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A0B0-D691-8AA8-E0C1-4F269FF6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643B8-70D7-D7F3-C91A-D4EB321A7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8D7AA-B0CD-6DA2-BD6B-775F7A653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10EB0-2FEC-AE78-21BA-30DE780E9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589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8AF1-C5AE-8543-ACA7-828EB637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F493B-9FDA-1FDB-D7AF-B14F63C62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45426-9524-BE79-A3F8-C3422E218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3CDDF-3270-5674-0964-FEFBE91ED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262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B1309-0DC6-3F5A-4FA2-A2DE016D9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08643-875B-B57F-AC8E-9A41ED42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8107E-E9B9-F30B-5E03-A20BD748B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0A1B7-60F1-7AAB-EB4F-95CF10A54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044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DD448-B4EA-B252-2230-AE0BE1A6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93A7E-A075-1E6F-FD86-DEFA705E4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5CFEE-2471-B79D-4968-E707296C2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E7934-3322-3AB1-C102-ADD34A703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827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570F8-8D72-1DA1-FD72-A0DA23404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85C17-00F8-7960-E832-FF1FB89D6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CCADC-7725-78FD-2381-5D574B7CC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43837-3157-1A9E-7BE6-7A588C05F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169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ABCCF-BB25-6C7A-2BCC-B28FA7359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706A2-870D-35C7-6E45-7B7B8ABC5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DF5EB-2C13-CA0D-45AF-A1ED73840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72E78-A9AC-6039-9D9B-BF772D7D4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347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EDC9F-245C-464A-008C-260859A7F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FB631-B21F-D71E-38A6-1E3441CC6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8019E-6BBB-28D0-E0C7-A9D4E6FDA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CD8F8-ED85-8480-35B1-9CF778873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764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693B0-586A-55E6-A62D-9B8748E3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9CFEF2-6600-8BF8-72E8-B3764B437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9DA97-52E1-24D0-F868-AC955F08C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5E4BB-DB26-BBD5-5618-A9E1ABFB0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465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2FAC-FAC6-7E9E-D604-6A63C7886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15DCD-7467-2A9C-1F8E-C67E2756F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EDE09-B4AD-C56C-FAB2-0FBCECA4E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45B1E-5DFD-332C-BD89-721F4F23C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113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85F5A-46EF-1C99-43BE-8D3675DC1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38024-5834-8538-7061-74AB6B736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9B61A-5E9C-E45D-A60D-B757682D2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AFEC6-57BD-90F6-0CBE-573CFD798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957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BBB29-4EEB-5E02-5E48-DAA4A2394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A4627-44E8-7705-8BF1-544B3895D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AF630-A4A0-15E6-9EB4-5AF03ACDF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451B3-53D9-A29E-22A4-9456F1E1E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583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63CEC-0D7D-E20B-07D5-8EE6BA9C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90C55-9CB0-5EBB-ACED-520FB87CF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C14FB-5C1D-241A-6912-D3A05BF16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C2999-6744-6D77-1670-91F14FDCC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897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47317-94AD-ADCE-FF2E-391FD9E9C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EB892-4E69-9CCE-445F-520793113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5E61D-13A7-610D-4EEB-1AEB10B62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7DDE2-C9BB-8487-B061-2C4C0CA12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819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FE209-BDEF-5F55-BA08-6F8431162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72543-322F-FE25-60CF-9D65B04D9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CC758-7D51-A9E1-ED8C-DD2A04252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1F54A-7838-2AEF-3162-E4F4B7FA6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975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4B168-2354-76C4-AB7F-BAC4ACCB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2C8CA-9C6A-138C-A74C-A75662FB0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BEB34-D132-42A4-4725-D2BCD4651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6EE39-7C9E-E31F-1A3D-DA3AA60C5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407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F819-C235-B55C-D2F1-55607768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00A90-BEC2-9F6F-726F-40E0219C4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DEF4F-A664-E0B6-05FD-CAF35818C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72984-9B79-824A-6081-945C00E83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0656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589E3-7811-E5F0-730D-94C51E145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A5718-283F-49F0-5F4E-AF6B27521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9F544-26DA-04C8-FD14-C42AF1A68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E3494-D8BE-2892-ADEB-FC6A7FA7E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459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4C5E8-E102-9124-C181-26393291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4FC49-CDA4-2E05-A44C-F4BD8BD73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93940-CBA2-BABA-48FE-7C577BE31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77CB7-B2F2-055A-C52E-DF90C8B18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436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E7D6C-DF5D-0177-CB51-A5D51FA2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47D85-ACD1-F716-19D2-68241C753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6BECA-29C8-4AAE-39FA-001033EFF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230D6-155D-4D8B-C8A0-7BA297C32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024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0A9D0-D5A8-739A-C749-A0C2F3E3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D0E8A-7747-04BF-13D0-04EFE347D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DDCFC-5575-842C-EB38-28C4598C8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C4421-69CB-ECDB-7320-94A8FBB9A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297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CA83D-56D6-FABE-2BA0-DF503172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55EFB-F1F8-6BA4-74CE-3DFD0C8A3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DE198-14AA-C769-7152-83298A0BD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9C518-53FF-2189-8F1C-0D831BB0B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715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2B51-1F1D-B53B-7B8C-2D8F1602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93CEE-346D-47BC-857E-0BFA0C53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F28C7-8114-9FCC-0432-207A31E7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E0810-756B-18D8-A419-565F08DC3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CF3AE-122C-F040-B0F7-7A5379C3BE6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48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ABF4-970F-206E-D6DA-532A4C8AB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04A77-E179-A763-4FE1-E1676BD2D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A643A-9338-320B-B2A3-C8CEFDBE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8CEE1-9827-59A0-55BA-6248D26C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9127A-2EE7-34F3-8CC3-517A4BD2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968F-C769-50E9-27DB-5DDBCCAA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4E054-C684-5598-CA51-F9935E48D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208A6-3546-E42D-14D0-4686EE50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4B662-08D5-6C32-4927-3781EE68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2B993-44C5-A2FE-D711-4E5BC758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8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E82F3-8337-79F6-BA43-D343E5A4C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3CDC4-BDDD-0C36-E2DC-F9B1AF8EF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3ECF7-1645-F0C2-9518-4228A488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88F58-3E0B-A1E0-DE02-841EED831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AFC20-F172-C58C-4518-3A36C2BA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15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EDF4-3E97-011D-AB8E-8604F526E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52A4C-287A-281F-BF8A-E7FA977BE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80BF4-4BEF-AD29-7DCC-B4FB02F61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28F23-3A50-AC69-1391-14645BE6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8FB87-7D67-C116-24BD-F58F3588D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2FE8C-B6B5-EA5E-2551-F983E8E1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3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272C-EE2A-F2A1-F2B7-468734DD2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79AAF-D9D8-CDC6-6F2D-F15F09D3D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1B693-EAA1-D7DE-4DA7-6E19AA573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8FBFF-4E70-D179-E305-B197AACFD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00269-B164-B381-FACA-87E2B90214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5F1BB-DF59-9A64-EB05-F5621E27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83979-0888-A9D2-F4B0-F40C50C0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78FA1-E118-48E2-15BE-DEF670D8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22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8AC9-F319-2D92-49D6-6E982F9C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998AB-0F7F-E1B5-B139-FF2E56071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96D47-84AE-EC5F-967F-A2780895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2DDFC-A37B-2BBB-A6BF-A75A56F5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40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05C6B-DA45-7541-7DFF-6BC58986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EFF0C3-700A-9EE4-5425-F3B6E43A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CC134-B969-74A9-C0D5-74998D98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6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A05D-BDBE-9A07-783A-0AA25FCB6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8D749-A1A0-39F1-7C2C-843B20A0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62BAF-64F3-2948-DAC6-29CC69FBC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C294F-53FD-BADC-668C-EDA00F14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A54A2-593E-5402-EB05-517564F3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BBDB7-3673-8097-9445-8F3F5A4A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88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8214F-3199-6CCF-B533-C4D1164FF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E77F7-A6E3-DFBF-FD72-7621207EF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FB05E-A03C-1AA2-F7D8-7CE4AD595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673F0-056D-E5EE-83C2-7BD1A018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BEF70-9B5B-DF0A-26DD-6F6694AE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5000A-248C-92D9-E649-06059F20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3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9856-C76C-72FD-428F-0896A4F0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77F18-D947-2A77-7C53-3CAA15BE7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61D9C-EB3F-53B1-4D2C-86B05975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98278-2561-8AA1-5348-9704CDF7B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2FC69-0AEA-F0B6-0FB9-46E9553E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2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314C5B-AD13-FF48-5B87-3FC10AFA6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BA64B-C316-9B7F-ACEB-E051FDCB8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21E4C-1298-6D2C-38E4-77F568A7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221A1-99FA-0D76-2A4B-5AF10F35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EB302-5BC1-8FDA-889A-8F2F30F9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2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68635B-350B-0B1D-B1C2-B1BA873B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82128-552E-86CF-C042-DC2D2F2BD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BF884-D033-7CE3-8E1D-4D2113C38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55A6D-8123-CC46-B5C6-0CA46574EB6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54592-2420-7314-673F-4952F8B15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0E324-D442-4F21-5489-E5CA717AD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02B58-6E4D-1A44-8176-1491DECE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4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40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8.xml"/><Relationship Id="rId7" Type="http://schemas.openxmlformats.org/officeDocument/2006/relationships/notesSlide" Target="../notesSlides/notesSlide4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.xml"/><Relationship Id="rId10" Type="http://schemas.openxmlformats.org/officeDocument/2006/relationships/image" Target="../media/image51.png"/><Relationship Id="rId4" Type="http://schemas.openxmlformats.org/officeDocument/2006/relationships/tags" Target="../tags/tag9.xml"/><Relationship Id="rId9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13.xml"/><Relationship Id="rId7" Type="http://schemas.openxmlformats.org/officeDocument/2006/relationships/image" Target="../media/image49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17.xml"/><Relationship Id="rId7" Type="http://schemas.openxmlformats.org/officeDocument/2006/relationships/image" Target="../media/image49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notesSlide" Target="../notesSlides/notesSlide4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.xml"/><Relationship Id="rId9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21.xml"/><Relationship Id="rId7" Type="http://schemas.openxmlformats.org/officeDocument/2006/relationships/image" Target="../media/image49.png"/><Relationship Id="rId12" Type="http://schemas.openxmlformats.org/officeDocument/2006/relationships/image" Target="../media/image5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notesSlide" Target="../notesSlides/notesSlide44.xml"/><Relationship Id="rId11" Type="http://schemas.openxmlformats.org/officeDocument/2006/relationships/image" Target="../media/image54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3.png"/><Relationship Id="rId4" Type="http://schemas.openxmlformats.org/officeDocument/2006/relationships/tags" Target="../tags/tag22.xml"/><Relationship Id="rId9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B546C7-CFE7-99FF-74DE-C0BE8F6B7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47788">
            <a:off x="5266513" y="341508"/>
            <a:ext cx="6869016" cy="4383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E3E5E-ABB9-46D0-9FC2-90426E23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626" y="1553322"/>
            <a:ext cx="10515600" cy="2852737"/>
          </a:xfrm>
        </p:spPr>
        <p:txBody>
          <a:bodyPr/>
          <a:lstStyle/>
          <a:p>
            <a:r>
              <a:rPr lang="en-US" b="1" dirty="0"/>
              <a:t>Microbial </a:t>
            </a:r>
            <a:br>
              <a:rPr lang="en-US" b="1" dirty="0"/>
            </a:br>
            <a:r>
              <a:rPr lang="en-US" b="1" dirty="0"/>
              <a:t>association networks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34E74-5CC6-3D01-3B50-126B2CC69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626" y="4433047"/>
            <a:ext cx="10515600" cy="2027905"/>
          </a:xfrm>
        </p:spPr>
        <p:txBody>
          <a:bodyPr/>
          <a:lstStyle/>
          <a:p>
            <a:r>
              <a:rPr lang="en-US" b="1" dirty="0"/>
              <a:t>Metagenomics</a:t>
            </a:r>
          </a:p>
          <a:p>
            <a:r>
              <a:rPr lang="en-US" dirty="0"/>
              <a:t>Data Science Platform (DSP)</a:t>
            </a:r>
          </a:p>
          <a:p>
            <a:r>
              <a:rPr lang="en-US" dirty="0"/>
              <a:t>Spring data-type courses</a:t>
            </a:r>
          </a:p>
          <a:p>
            <a:r>
              <a:rPr lang="en-US" dirty="0"/>
              <a:t>May 6, 2026</a:t>
            </a:r>
          </a:p>
        </p:txBody>
      </p:sp>
      <p:pic>
        <p:nvPicPr>
          <p:cNvPr id="1026" name="Picture 2" descr="DTU Logo - UNEP-CCC">
            <a:extLst>
              <a:ext uri="{FF2B5EF4-FFF2-40B4-BE49-F238E27FC236}">
                <a16:creationId xmlns:a16="http://schemas.microsoft.com/office/drawing/2014/main" id="{C6952B76-8398-47C1-E427-28B9F4054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697833"/>
            <a:ext cx="858647" cy="125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IGHT Biofoundry">
            <a:extLst>
              <a:ext uri="{FF2B5EF4-FFF2-40B4-BE49-F238E27FC236}">
                <a16:creationId xmlns:a16="http://schemas.microsoft.com/office/drawing/2014/main" id="{224BC527-8830-8FB4-5D7D-A0B1F1186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041" y="913146"/>
            <a:ext cx="2837414" cy="84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990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7E02-2CF6-3F8F-9AFD-F8C08C79A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is…</a:t>
            </a:r>
          </a:p>
        </p:txBody>
      </p:sp>
      <p:sp>
        <p:nvSpPr>
          <p:cNvPr id="3" name="!!content1">
            <a:extLst>
              <a:ext uri="{FF2B5EF4-FFF2-40B4-BE49-F238E27FC236}">
                <a16:creationId xmlns:a16="http://schemas.microsoft.com/office/drawing/2014/main" id="{3C3F28CB-AF89-73EC-CA53-687236975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rmAutofit/>
          </a:bodyPr>
          <a:lstStyle/>
          <a:p>
            <a:r>
              <a:rPr lang="en-US" sz="2400" dirty="0"/>
              <a:t>Data structure of components (nodes) connected by relationships (edges)</a:t>
            </a:r>
          </a:p>
        </p:txBody>
      </p:sp>
    </p:spTree>
    <p:extLst>
      <p:ext uri="{BB962C8B-B14F-4D97-AF65-F5344CB8AC3E}">
        <p14:creationId xmlns:p14="http://schemas.microsoft.com/office/powerpoint/2010/main" val="103536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0FFF1-9855-D976-B7DB-6255112C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70A8-C500-8E0D-3DA3-64D02D32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is…</a:t>
            </a:r>
          </a:p>
        </p:txBody>
      </p:sp>
      <p:sp>
        <p:nvSpPr>
          <p:cNvPr id="6" name="!!content1">
            <a:extLst>
              <a:ext uri="{FF2B5EF4-FFF2-40B4-BE49-F238E27FC236}">
                <a16:creationId xmlns:a16="http://schemas.microsoft.com/office/drawing/2014/main" id="{90B7F801-FA85-7CF8-9656-50C1CE04F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rmAutofit/>
          </a:bodyPr>
          <a:lstStyle/>
          <a:p>
            <a:r>
              <a:rPr lang="en-US" sz="2400" dirty="0"/>
              <a:t>Data structure of </a:t>
            </a:r>
            <a:r>
              <a:rPr lang="en-US" sz="2400" b="1" dirty="0"/>
              <a:t>components (nodes)</a:t>
            </a:r>
            <a:r>
              <a:rPr lang="en-US" sz="2400" dirty="0"/>
              <a:t> connected by relationships (edges)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F96E98-C4CE-06AD-AE94-F52F7A7814EB}"/>
              </a:ext>
            </a:extLst>
          </p:cNvPr>
          <p:cNvSpPr/>
          <p:nvPr/>
        </p:nvSpPr>
        <p:spPr>
          <a:xfrm>
            <a:off x="3059232" y="3916205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D86B67-C894-2705-3AB1-866E6A146077}"/>
              </a:ext>
            </a:extLst>
          </p:cNvPr>
          <p:cNvSpPr/>
          <p:nvPr/>
        </p:nvSpPr>
        <p:spPr>
          <a:xfrm>
            <a:off x="4505731" y="4704836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46B739-118A-2B3D-286E-4CF5EC74363B}"/>
              </a:ext>
            </a:extLst>
          </p:cNvPr>
          <p:cNvSpPr/>
          <p:nvPr/>
        </p:nvSpPr>
        <p:spPr>
          <a:xfrm>
            <a:off x="4328148" y="3284724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B65151-01F4-A65D-7B27-E5AD5FFA3217}"/>
              </a:ext>
            </a:extLst>
          </p:cNvPr>
          <p:cNvSpPr/>
          <p:nvPr/>
        </p:nvSpPr>
        <p:spPr>
          <a:xfrm>
            <a:off x="5796756" y="406536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27A34AF-3479-9F5D-644C-8AF5BADB4FF2}"/>
              </a:ext>
            </a:extLst>
          </p:cNvPr>
          <p:cNvSpPr/>
          <p:nvPr/>
        </p:nvSpPr>
        <p:spPr>
          <a:xfrm>
            <a:off x="6922959" y="3123565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99985F-5FFA-1D6E-770A-242B6855463A}"/>
              </a:ext>
            </a:extLst>
          </p:cNvPr>
          <p:cNvSpPr/>
          <p:nvPr/>
        </p:nvSpPr>
        <p:spPr>
          <a:xfrm>
            <a:off x="7179637" y="4467764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C79C3C-EEC4-6CB4-EE37-817FE1FDF0F1}"/>
              </a:ext>
            </a:extLst>
          </p:cNvPr>
          <p:cNvSpPr/>
          <p:nvPr/>
        </p:nvSpPr>
        <p:spPr>
          <a:xfrm>
            <a:off x="8468107" y="3989081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2F72C9F-1BBA-2131-A07C-7B8BBC97BFF2}"/>
              </a:ext>
            </a:extLst>
          </p:cNvPr>
          <p:cNvSpPr/>
          <p:nvPr/>
        </p:nvSpPr>
        <p:spPr>
          <a:xfrm>
            <a:off x="5796756" y="5296716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98AE61-9128-8B05-102E-C412BEA21BAC}"/>
              </a:ext>
            </a:extLst>
          </p:cNvPr>
          <p:cNvSpPr/>
          <p:nvPr/>
        </p:nvSpPr>
        <p:spPr>
          <a:xfrm>
            <a:off x="8214790" y="5296716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910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3F43-B449-44B6-F982-4106BC415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78A6-46AD-8ED1-1E19-9DF7D1A1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is…</a:t>
            </a:r>
          </a:p>
        </p:txBody>
      </p:sp>
      <p:sp>
        <p:nvSpPr>
          <p:cNvPr id="6" name="!!content1">
            <a:extLst>
              <a:ext uri="{FF2B5EF4-FFF2-40B4-BE49-F238E27FC236}">
                <a16:creationId xmlns:a16="http://schemas.microsoft.com/office/drawing/2014/main" id="{A1A2F173-426F-E26B-4014-A02FE9044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rmAutofit/>
          </a:bodyPr>
          <a:lstStyle/>
          <a:p>
            <a:r>
              <a:rPr lang="en-US" sz="2400" dirty="0"/>
              <a:t>Data structure of components (nodes) connected by </a:t>
            </a:r>
            <a:r>
              <a:rPr lang="en-US" sz="2400" b="1" dirty="0"/>
              <a:t>relationships (edges)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3FFB69-2EA2-1D26-0BB3-2A0CF79817B0}"/>
              </a:ext>
            </a:extLst>
          </p:cNvPr>
          <p:cNvCxnSpPr>
            <a:cxnSpLocks/>
          </p:cNvCxnSpPr>
          <p:nvPr/>
        </p:nvCxnSpPr>
        <p:spPr>
          <a:xfrm>
            <a:off x="3313889" y="4189379"/>
            <a:ext cx="1436531" cy="78501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8441A3-17E5-CF0B-CDC3-E60F068D3101}"/>
              </a:ext>
            </a:extLst>
          </p:cNvPr>
          <p:cNvCxnSpPr>
            <a:cxnSpLocks/>
          </p:cNvCxnSpPr>
          <p:nvPr/>
        </p:nvCxnSpPr>
        <p:spPr>
          <a:xfrm flipV="1">
            <a:off x="3313889" y="3553838"/>
            <a:ext cx="1271081" cy="63554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4F55DDA-5CE5-59E0-CE77-B3867FB78C2F}"/>
              </a:ext>
            </a:extLst>
          </p:cNvPr>
          <p:cNvCxnSpPr>
            <a:cxnSpLocks/>
          </p:cNvCxnSpPr>
          <p:nvPr/>
        </p:nvCxnSpPr>
        <p:spPr>
          <a:xfrm flipH="1" flipV="1">
            <a:off x="4584970" y="3553838"/>
            <a:ext cx="165450" cy="142055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!!connector2">
            <a:extLst>
              <a:ext uri="{FF2B5EF4-FFF2-40B4-BE49-F238E27FC236}">
                <a16:creationId xmlns:a16="http://schemas.microsoft.com/office/drawing/2014/main" id="{9D39D4C9-CD54-964B-CE0B-4B483FD79A0A}"/>
              </a:ext>
            </a:extLst>
          </p:cNvPr>
          <p:cNvCxnSpPr>
            <a:cxnSpLocks/>
          </p:cNvCxnSpPr>
          <p:nvPr/>
        </p:nvCxnSpPr>
        <p:spPr>
          <a:xfrm flipH="1" flipV="1">
            <a:off x="4584970" y="3553838"/>
            <a:ext cx="1452664" cy="79118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33A95B3-E153-DEE3-A43D-25EAEE5DD2AF}"/>
              </a:ext>
            </a:extLst>
          </p:cNvPr>
          <p:cNvCxnSpPr>
            <a:cxnSpLocks/>
          </p:cNvCxnSpPr>
          <p:nvPr/>
        </p:nvCxnSpPr>
        <p:spPr>
          <a:xfrm flipH="1">
            <a:off x="4750420" y="4345021"/>
            <a:ext cx="1287214" cy="629376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4270EC-28B4-5331-E1CC-CDB0D4001243}"/>
              </a:ext>
            </a:extLst>
          </p:cNvPr>
          <p:cNvCxnSpPr>
            <a:cxnSpLocks/>
          </p:cNvCxnSpPr>
          <p:nvPr/>
        </p:nvCxnSpPr>
        <p:spPr>
          <a:xfrm>
            <a:off x="6037634" y="4345021"/>
            <a:ext cx="0" cy="123217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4FB080-2991-4527-F849-95F596F6127D}"/>
              </a:ext>
            </a:extLst>
          </p:cNvPr>
          <p:cNvCxnSpPr>
            <a:cxnSpLocks/>
          </p:cNvCxnSpPr>
          <p:nvPr/>
        </p:nvCxnSpPr>
        <p:spPr>
          <a:xfrm flipH="1" flipV="1">
            <a:off x="4750420" y="4974397"/>
            <a:ext cx="1287214" cy="602794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!!connector1">
            <a:extLst>
              <a:ext uri="{FF2B5EF4-FFF2-40B4-BE49-F238E27FC236}">
                <a16:creationId xmlns:a16="http://schemas.microsoft.com/office/drawing/2014/main" id="{9C5BC99D-07EB-230F-BA39-9FC547AB1F0E}"/>
              </a:ext>
            </a:extLst>
          </p:cNvPr>
          <p:cNvCxnSpPr>
            <a:cxnSpLocks/>
          </p:cNvCxnSpPr>
          <p:nvPr/>
        </p:nvCxnSpPr>
        <p:spPr>
          <a:xfrm flipH="1">
            <a:off x="4584970" y="3372255"/>
            <a:ext cx="2594667" cy="18158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E089336-8970-0D82-6924-22CE0BE6993D}"/>
              </a:ext>
            </a:extLst>
          </p:cNvPr>
          <p:cNvCxnSpPr>
            <a:cxnSpLocks/>
          </p:cNvCxnSpPr>
          <p:nvPr/>
        </p:nvCxnSpPr>
        <p:spPr>
          <a:xfrm flipH="1" flipV="1">
            <a:off x="6037634" y="4345021"/>
            <a:ext cx="1391958" cy="408562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0F72B0A-9777-AE73-7EAB-6A41192B7D85}"/>
              </a:ext>
            </a:extLst>
          </p:cNvPr>
          <p:cNvCxnSpPr>
            <a:cxnSpLocks/>
          </p:cNvCxnSpPr>
          <p:nvPr/>
        </p:nvCxnSpPr>
        <p:spPr>
          <a:xfrm flipH="1" flipV="1">
            <a:off x="7179637" y="3372255"/>
            <a:ext cx="1541786" cy="869005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!!connector3">
            <a:extLst>
              <a:ext uri="{FF2B5EF4-FFF2-40B4-BE49-F238E27FC236}">
                <a16:creationId xmlns:a16="http://schemas.microsoft.com/office/drawing/2014/main" id="{B5E3ADD7-D415-98CD-D523-98D43822AE5D}"/>
              </a:ext>
            </a:extLst>
          </p:cNvPr>
          <p:cNvCxnSpPr>
            <a:cxnSpLocks/>
          </p:cNvCxnSpPr>
          <p:nvPr/>
        </p:nvCxnSpPr>
        <p:spPr>
          <a:xfrm flipV="1">
            <a:off x="6037634" y="3372255"/>
            <a:ext cx="1142003" cy="972766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C1849C3-0806-F4C5-19BB-F2272D8EB909}"/>
              </a:ext>
            </a:extLst>
          </p:cNvPr>
          <p:cNvCxnSpPr>
            <a:cxnSpLocks/>
          </p:cNvCxnSpPr>
          <p:nvPr/>
        </p:nvCxnSpPr>
        <p:spPr>
          <a:xfrm flipH="1">
            <a:off x="7429592" y="4241260"/>
            <a:ext cx="1291831" cy="51232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733A508-F662-F281-BE1C-A638822ABB95}"/>
              </a:ext>
            </a:extLst>
          </p:cNvPr>
          <p:cNvCxnSpPr>
            <a:cxnSpLocks/>
          </p:cNvCxnSpPr>
          <p:nvPr/>
        </p:nvCxnSpPr>
        <p:spPr>
          <a:xfrm flipH="1" flipV="1">
            <a:off x="7429592" y="4753583"/>
            <a:ext cx="1038515" cy="82360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36B08C0-9C03-CA98-7B9C-9CEC424FF713}"/>
              </a:ext>
            </a:extLst>
          </p:cNvPr>
          <p:cNvCxnSpPr>
            <a:cxnSpLocks/>
          </p:cNvCxnSpPr>
          <p:nvPr/>
        </p:nvCxnSpPr>
        <p:spPr>
          <a:xfrm flipV="1">
            <a:off x="6037634" y="4753583"/>
            <a:ext cx="1391958" cy="82360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B6392B0-4B2D-429D-E5C6-A87EFF26A04C}"/>
              </a:ext>
            </a:extLst>
          </p:cNvPr>
          <p:cNvCxnSpPr>
            <a:cxnSpLocks/>
          </p:cNvCxnSpPr>
          <p:nvPr/>
        </p:nvCxnSpPr>
        <p:spPr>
          <a:xfrm flipH="1" flipV="1">
            <a:off x="7179637" y="3429000"/>
            <a:ext cx="249955" cy="132458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9629E53-5F2F-3A3E-B33C-BC6A40F5CB72}"/>
              </a:ext>
            </a:extLst>
          </p:cNvPr>
          <p:cNvCxnSpPr>
            <a:cxnSpLocks/>
          </p:cNvCxnSpPr>
          <p:nvPr/>
        </p:nvCxnSpPr>
        <p:spPr>
          <a:xfrm flipV="1">
            <a:off x="8468107" y="4241260"/>
            <a:ext cx="253316" cy="133593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3C547E1F-9B0B-FF36-85E3-110D6EEE2EBF}"/>
              </a:ext>
            </a:extLst>
          </p:cNvPr>
          <p:cNvSpPr/>
          <p:nvPr/>
        </p:nvSpPr>
        <p:spPr>
          <a:xfrm>
            <a:off x="3059232" y="3916205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00C9AF6-B3BB-5944-2BA0-0547E84087A8}"/>
              </a:ext>
            </a:extLst>
          </p:cNvPr>
          <p:cNvSpPr/>
          <p:nvPr/>
        </p:nvSpPr>
        <p:spPr>
          <a:xfrm>
            <a:off x="4505731" y="4704836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E16F585-FCA7-840D-6540-97E529EBFB78}"/>
              </a:ext>
            </a:extLst>
          </p:cNvPr>
          <p:cNvSpPr/>
          <p:nvPr/>
        </p:nvSpPr>
        <p:spPr>
          <a:xfrm>
            <a:off x="4328148" y="3284724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6B4FA6E-C8D3-7ECC-891E-1D3A9B0B813F}"/>
              </a:ext>
            </a:extLst>
          </p:cNvPr>
          <p:cNvSpPr/>
          <p:nvPr/>
        </p:nvSpPr>
        <p:spPr>
          <a:xfrm>
            <a:off x="5796756" y="406536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A13B2F0-D99F-5077-B83C-2130D75395E9}"/>
              </a:ext>
            </a:extLst>
          </p:cNvPr>
          <p:cNvSpPr/>
          <p:nvPr/>
        </p:nvSpPr>
        <p:spPr>
          <a:xfrm>
            <a:off x="6922959" y="3123565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AE706F9-76F4-B882-96AB-EE39FA4C1C32}"/>
              </a:ext>
            </a:extLst>
          </p:cNvPr>
          <p:cNvSpPr/>
          <p:nvPr/>
        </p:nvSpPr>
        <p:spPr>
          <a:xfrm>
            <a:off x="7179637" y="4467764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D6EA3EF-CCAE-6296-3748-827A1234876F}"/>
              </a:ext>
            </a:extLst>
          </p:cNvPr>
          <p:cNvSpPr/>
          <p:nvPr/>
        </p:nvSpPr>
        <p:spPr>
          <a:xfrm>
            <a:off x="8468107" y="3989081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1E3F47C-01A3-1852-7328-5E78DB06D769}"/>
              </a:ext>
            </a:extLst>
          </p:cNvPr>
          <p:cNvSpPr/>
          <p:nvPr/>
        </p:nvSpPr>
        <p:spPr>
          <a:xfrm>
            <a:off x="5796756" y="5296716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D5F4675-23DA-099B-9CB7-E9BC0C2B1E12}"/>
              </a:ext>
            </a:extLst>
          </p:cNvPr>
          <p:cNvSpPr/>
          <p:nvPr/>
        </p:nvSpPr>
        <p:spPr>
          <a:xfrm>
            <a:off x="8214790" y="5296716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515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CDC25-86F0-C0C9-00B8-12714C38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712C-C667-0371-B6E3-A63E7A702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is…</a:t>
            </a:r>
          </a:p>
        </p:txBody>
      </p:sp>
      <p:sp>
        <p:nvSpPr>
          <p:cNvPr id="3" name="!!content2">
            <a:extLst>
              <a:ext uri="{FF2B5EF4-FFF2-40B4-BE49-F238E27FC236}">
                <a16:creationId xmlns:a16="http://schemas.microsoft.com/office/drawing/2014/main" id="{AE9E9DBF-4468-172E-D423-B16703FAF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5999"/>
            <a:ext cx="10515600" cy="460375"/>
          </a:xfrm>
        </p:spPr>
        <p:txBody>
          <a:bodyPr>
            <a:normAutofit/>
          </a:bodyPr>
          <a:lstStyle/>
          <a:p>
            <a:r>
              <a:rPr lang="en-US" sz="2400" dirty="0"/>
              <a:t>Broad concept that describes how things interact to each other</a:t>
            </a:r>
          </a:p>
        </p:txBody>
      </p:sp>
      <p:sp>
        <p:nvSpPr>
          <p:cNvPr id="6" name="!!content1">
            <a:extLst>
              <a:ext uri="{FF2B5EF4-FFF2-40B4-BE49-F238E27FC236}">
                <a16:creationId xmlns:a16="http://schemas.microsoft.com/office/drawing/2014/main" id="{6B75EA58-CF91-FD0A-9030-D37FFBC48CB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Data structure of components (nodes) connected by relationships (edges)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AB2310-8FF9-8F7D-DDC4-42E656FB717D}"/>
              </a:ext>
            </a:extLst>
          </p:cNvPr>
          <p:cNvCxnSpPr>
            <a:cxnSpLocks/>
          </p:cNvCxnSpPr>
          <p:nvPr/>
        </p:nvCxnSpPr>
        <p:spPr>
          <a:xfrm>
            <a:off x="1016969" y="7510563"/>
            <a:ext cx="1436531" cy="78501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976CB8-D061-B6DC-9936-2A3A0100B8A8}"/>
              </a:ext>
            </a:extLst>
          </p:cNvPr>
          <p:cNvCxnSpPr>
            <a:cxnSpLocks/>
          </p:cNvCxnSpPr>
          <p:nvPr/>
        </p:nvCxnSpPr>
        <p:spPr>
          <a:xfrm flipV="1">
            <a:off x="-2632027" y="3236066"/>
            <a:ext cx="1271081" cy="63554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486B6F-447B-E697-CABF-813FA399C72E}"/>
              </a:ext>
            </a:extLst>
          </p:cNvPr>
          <p:cNvCxnSpPr>
            <a:cxnSpLocks/>
          </p:cNvCxnSpPr>
          <p:nvPr/>
        </p:nvCxnSpPr>
        <p:spPr>
          <a:xfrm flipH="1" flipV="1">
            <a:off x="-1443671" y="4866910"/>
            <a:ext cx="165450" cy="142055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connector2">
            <a:extLst>
              <a:ext uri="{FF2B5EF4-FFF2-40B4-BE49-F238E27FC236}">
                <a16:creationId xmlns:a16="http://schemas.microsoft.com/office/drawing/2014/main" id="{DCA439D1-DA94-D4AA-F9E4-342C05694A4B}"/>
              </a:ext>
            </a:extLst>
          </p:cNvPr>
          <p:cNvCxnSpPr>
            <a:cxnSpLocks/>
          </p:cNvCxnSpPr>
          <p:nvPr/>
        </p:nvCxnSpPr>
        <p:spPr>
          <a:xfrm flipH="1" flipV="1">
            <a:off x="4235218" y="4280582"/>
            <a:ext cx="1988973" cy="940467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73C9FB-EC31-9D49-B73A-E8CB6B71DFEC}"/>
              </a:ext>
            </a:extLst>
          </p:cNvPr>
          <p:cNvCxnSpPr>
            <a:cxnSpLocks/>
          </p:cNvCxnSpPr>
          <p:nvPr/>
        </p:nvCxnSpPr>
        <p:spPr>
          <a:xfrm flipH="1">
            <a:off x="4750420" y="7210227"/>
            <a:ext cx="1287214" cy="629376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3B8851-66E8-0FB0-05C4-1779E7E642B9}"/>
              </a:ext>
            </a:extLst>
          </p:cNvPr>
          <p:cNvCxnSpPr>
            <a:cxnSpLocks/>
          </p:cNvCxnSpPr>
          <p:nvPr/>
        </p:nvCxnSpPr>
        <p:spPr>
          <a:xfrm>
            <a:off x="6037634" y="8259953"/>
            <a:ext cx="0" cy="123217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BB7547-6F88-7D59-573F-06BE52AD3412}"/>
              </a:ext>
            </a:extLst>
          </p:cNvPr>
          <p:cNvCxnSpPr>
            <a:cxnSpLocks/>
          </p:cNvCxnSpPr>
          <p:nvPr/>
        </p:nvCxnSpPr>
        <p:spPr>
          <a:xfrm flipH="1" flipV="1">
            <a:off x="3937857" y="8375457"/>
            <a:ext cx="1287214" cy="602794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!!connector1">
            <a:extLst>
              <a:ext uri="{FF2B5EF4-FFF2-40B4-BE49-F238E27FC236}">
                <a16:creationId xmlns:a16="http://schemas.microsoft.com/office/drawing/2014/main" id="{1E8099A2-36E1-E675-9EE2-4662C7D6FA1E}"/>
              </a:ext>
            </a:extLst>
          </p:cNvPr>
          <p:cNvCxnSpPr>
            <a:cxnSpLocks/>
          </p:cNvCxnSpPr>
          <p:nvPr/>
        </p:nvCxnSpPr>
        <p:spPr>
          <a:xfrm flipH="1">
            <a:off x="3827181" y="4054284"/>
            <a:ext cx="3718364" cy="46554"/>
          </a:xfrm>
          <a:prstGeom prst="line">
            <a:avLst/>
          </a:prstGeom>
          <a:ln w="57150">
            <a:solidFill>
              <a:schemeClr val="accent6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808684-4567-35D5-9AE3-6E290421B82E}"/>
              </a:ext>
            </a:extLst>
          </p:cNvPr>
          <p:cNvCxnSpPr>
            <a:cxnSpLocks/>
          </p:cNvCxnSpPr>
          <p:nvPr/>
        </p:nvCxnSpPr>
        <p:spPr>
          <a:xfrm flipH="1" flipV="1">
            <a:off x="12729864" y="5200085"/>
            <a:ext cx="1391958" cy="408562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DD2199-F867-A6BC-5081-4EF89720CE48}"/>
              </a:ext>
            </a:extLst>
          </p:cNvPr>
          <p:cNvCxnSpPr>
            <a:cxnSpLocks/>
          </p:cNvCxnSpPr>
          <p:nvPr/>
        </p:nvCxnSpPr>
        <p:spPr>
          <a:xfrm flipH="1" flipV="1">
            <a:off x="13214751" y="2905219"/>
            <a:ext cx="1541786" cy="869005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!!connector3">
            <a:extLst>
              <a:ext uri="{FF2B5EF4-FFF2-40B4-BE49-F238E27FC236}">
                <a16:creationId xmlns:a16="http://schemas.microsoft.com/office/drawing/2014/main" id="{094CC27B-84F3-01D1-15AA-9CECEDDF6B04}"/>
              </a:ext>
            </a:extLst>
          </p:cNvPr>
          <p:cNvCxnSpPr>
            <a:cxnSpLocks/>
          </p:cNvCxnSpPr>
          <p:nvPr/>
        </p:nvCxnSpPr>
        <p:spPr>
          <a:xfrm flipV="1">
            <a:off x="6600250" y="4054284"/>
            <a:ext cx="1315426" cy="1013307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28E668-A64C-3A77-4FED-E08A7702A2EC}"/>
              </a:ext>
            </a:extLst>
          </p:cNvPr>
          <p:cNvCxnSpPr>
            <a:cxnSpLocks/>
          </p:cNvCxnSpPr>
          <p:nvPr/>
        </p:nvCxnSpPr>
        <p:spPr>
          <a:xfrm flipH="1">
            <a:off x="14110622" y="5015364"/>
            <a:ext cx="1291831" cy="51232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EFB012-71D2-DF91-9DF7-61844BE63B8B}"/>
              </a:ext>
            </a:extLst>
          </p:cNvPr>
          <p:cNvCxnSpPr>
            <a:cxnSpLocks/>
          </p:cNvCxnSpPr>
          <p:nvPr/>
        </p:nvCxnSpPr>
        <p:spPr>
          <a:xfrm flipH="1" flipV="1">
            <a:off x="10986143" y="7693896"/>
            <a:ext cx="1038515" cy="82360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D2C305-1D1C-D8FB-E249-61552F62CD23}"/>
              </a:ext>
            </a:extLst>
          </p:cNvPr>
          <p:cNvCxnSpPr>
            <a:cxnSpLocks/>
          </p:cNvCxnSpPr>
          <p:nvPr/>
        </p:nvCxnSpPr>
        <p:spPr>
          <a:xfrm flipV="1">
            <a:off x="7609585" y="7930548"/>
            <a:ext cx="1391958" cy="82360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4100DF-8344-C20F-5E2D-B4E369A4752C}"/>
              </a:ext>
            </a:extLst>
          </p:cNvPr>
          <p:cNvCxnSpPr>
            <a:cxnSpLocks/>
          </p:cNvCxnSpPr>
          <p:nvPr/>
        </p:nvCxnSpPr>
        <p:spPr>
          <a:xfrm flipH="1" flipV="1">
            <a:off x="12405976" y="2955999"/>
            <a:ext cx="249955" cy="132458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7F993A-F259-11BE-5793-8F29BD6ED9BF}"/>
              </a:ext>
            </a:extLst>
          </p:cNvPr>
          <p:cNvCxnSpPr>
            <a:cxnSpLocks/>
          </p:cNvCxnSpPr>
          <p:nvPr/>
        </p:nvCxnSpPr>
        <p:spPr>
          <a:xfrm flipV="1">
            <a:off x="13394949" y="5962716"/>
            <a:ext cx="253316" cy="133593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C7B7F5A-D11A-DCCF-7C3A-9AE7452B5A05}"/>
              </a:ext>
            </a:extLst>
          </p:cNvPr>
          <p:cNvSpPr/>
          <p:nvPr/>
        </p:nvSpPr>
        <p:spPr>
          <a:xfrm>
            <a:off x="-2945782" y="3696112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7CDBFB7-F8D3-BE12-B502-D91BA37998B4}"/>
              </a:ext>
            </a:extLst>
          </p:cNvPr>
          <p:cNvSpPr/>
          <p:nvPr/>
        </p:nvSpPr>
        <p:spPr>
          <a:xfrm>
            <a:off x="984608" y="847161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1038ED2-2115-C116-385A-EA9EEF568D4F}"/>
              </a:ext>
            </a:extLst>
          </p:cNvPr>
          <p:cNvSpPr/>
          <p:nvPr/>
        </p:nvSpPr>
        <p:spPr>
          <a:xfrm>
            <a:off x="3605842" y="3778181"/>
            <a:ext cx="629376" cy="629376"/>
          </a:xfrm>
          <a:prstGeom prst="ellipse">
            <a:avLst/>
          </a:prstGeom>
          <a:ln w="285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37372DA-AB91-79D7-5F06-2B3163A15FC2}"/>
              </a:ext>
            </a:extLst>
          </p:cNvPr>
          <p:cNvSpPr/>
          <p:nvPr/>
        </p:nvSpPr>
        <p:spPr>
          <a:xfrm>
            <a:off x="5970874" y="4899772"/>
            <a:ext cx="629376" cy="629376"/>
          </a:xfrm>
          <a:prstGeom prst="ellips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D14D943-8155-63DE-1D1F-85741617D9F9}"/>
              </a:ext>
            </a:extLst>
          </p:cNvPr>
          <p:cNvSpPr/>
          <p:nvPr/>
        </p:nvSpPr>
        <p:spPr>
          <a:xfrm>
            <a:off x="7609585" y="3739596"/>
            <a:ext cx="629376" cy="629376"/>
          </a:xfrm>
          <a:prstGeom prst="ellips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1DEA8F5-B607-938D-F7FB-66CD2751B303}"/>
              </a:ext>
            </a:extLst>
          </p:cNvPr>
          <p:cNvSpPr/>
          <p:nvPr/>
        </p:nvSpPr>
        <p:spPr>
          <a:xfrm>
            <a:off x="9950132" y="7781123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6E050D0-41F5-0B19-746D-C07E4481212D}"/>
              </a:ext>
            </a:extLst>
          </p:cNvPr>
          <p:cNvSpPr/>
          <p:nvPr/>
        </p:nvSpPr>
        <p:spPr>
          <a:xfrm>
            <a:off x="14363938" y="3618291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CBEEAE-CFA7-4ADA-9B76-AD15EE26EA56}"/>
              </a:ext>
            </a:extLst>
          </p:cNvPr>
          <p:cNvSpPr/>
          <p:nvPr/>
        </p:nvSpPr>
        <p:spPr>
          <a:xfrm>
            <a:off x="5842683" y="8295581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A236383-257E-7829-DF10-F58D8D62D013}"/>
              </a:ext>
            </a:extLst>
          </p:cNvPr>
          <p:cNvSpPr/>
          <p:nvPr/>
        </p:nvSpPr>
        <p:spPr>
          <a:xfrm>
            <a:off x="14110622" y="5323874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CC42BB-C0F4-4035-06A9-1C393B75CE3D}"/>
              </a:ext>
            </a:extLst>
          </p:cNvPr>
          <p:cNvSpPr txBox="1"/>
          <p:nvPr/>
        </p:nvSpPr>
        <p:spPr>
          <a:xfrm>
            <a:off x="9635319" y="58412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291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C978A-8564-2616-20BB-378EA037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D94F-FFA6-49FB-2D37-9FF1A5B00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is…</a:t>
            </a:r>
          </a:p>
        </p:txBody>
      </p:sp>
      <p:sp>
        <p:nvSpPr>
          <p:cNvPr id="3" name="!!content2">
            <a:extLst>
              <a:ext uri="{FF2B5EF4-FFF2-40B4-BE49-F238E27FC236}">
                <a16:creationId xmlns:a16="http://schemas.microsoft.com/office/drawing/2014/main" id="{DD08384B-3148-E57F-FD64-53E14126E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5999"/>
            <a:ext cx="10515600" cy="460375"/>
          </a:xfrm>
        </p:spPr>
        <p:txBody>
          <a:bodyPr>
            <a:normAutofit/>
          </a:bodyPr>
          <a:lstStyle/>
          <a:p>
            <a:r>
              <a:rPr lang="en-US" sz="2400" dirty="0"/>
              <a:t>Broad concept that describes how things interact to each other</a:t>
            </a:r>
          </a:p>
        </p:txBody>
      </p:sp>
      <p:sp>
        <p:nvSpPr>
          <p:cNvPr id="6" name="!!content1">
            <a:extLst>
              <a:ext uri="{FF2B5EF4-FFF2-40B4-BE49-F238E27FC236}">
                <a16:creationId xmlns:a16="http://schemas.microsoft.com/office/drawing/2014/main" id="{DBF3B900-66BE-020D-CEE7-FF70588E1FF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Data structure of components (nodes) connected by relationships (edges)</a:t>
            </a:r>
          </a:p>
        </p:txBody>
      </p:sp>
      <p:cxnSp>
        <p:nvCxnSpPr>
          <p:cNvPr id="10" name="!!connector2">
            <a:extLst>
              <a:ext uri="{FF2B5EF4-FFF2-40B4-BE49-F238E27FC236}">
                <a16:creationId xmlns:a16="http://schemas.microsoft.com/office/drawing/2014/main" id="{6B576227-A0BB-18DE-E9F5-D4DDC535373F}"/>
              </a:ext>
            </a:extLst>
          </p:cNvPr>
          <p:cNvCxnSpPr>
            <a:cxnSpLocks/>
          </p:cNvCxnSpPr>
          <p:nvPr/>
        </p:nvCxnSpPr>
        <p:spPr>
          <a:xfrm flipH="1" flipV="1">
            <a:off x="3937857" y="4111627"/>
            <a:ext cx="1984544" cy="1026701"/>
          </a:xfrm>
          <a:prstGeom prst="line">
            <a:avLst/>
          </a:prstGeom>
          <a:ln w="57150">
            <a:solidFill>
              <a:schemeClr val="accent6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!!connector1">
            <a:extLst>
              <a:ext uri="{FF2B5EF4-FFF2-40B4-BE49-F238E27FC236}">
                <a16:creationId xmlns:a16="http://schemas.microsoft.com/office/drawing/2014/main" id="{D90AB691-2795-0CD6-57D2-9A43E8DABBE9}"/>
              </a:ext>
            </a:extLst>
          </p:cNvPr>
          <p:cNvCxnSpPr>
            <a:cxnSpLocks/>
          </p:cNvCxnSpPr>
          <p:nvPr/>
        </p:nvCxnSpPr>
        <p:spPr>
          <a:xfrm flipH="1">
            <a:off x="4322481" y="4043511"/>
            <a:ext cx="3718364" cy="46554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!!connector3">
            <a:extLst>
              <a:ext uri="{FF2B5EF4-FFF2-40B4-BE49-F238E27FC236}">
                <a16:creationId xmlns:a16="http://schemas.microsoft.com/office/drawing/2014/main" id="{4777912F-4175-AE7D-6941-F0E0DE728A68}"/>
              </a:ext>
            </a:extLst>
          </p:cNvPr>
          <p:cNvCxnSpPr>
            <a:cxnSpLocks/>
          </p:cNvCxnSpPr>
          <p:nvPr/>
        </p:nvCxnSpPr>
        <p:spPr>
          <a:xfrm flipV="1">
            <a:off x="6294159" y="4267172"/>
            <a:ext cx="1315426" cy="1013307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9BD512AB-258D-F10C-BD92-52858CB749BE}"/>
              </a:ext>
            </a:extLst>
          </p:cNvPr>
          <p:cNvSpPr/>
          <p:nvPr/>
        </p:nvSpPr>
        <p:spPr>
          <a:xfrm>
            <a:off x="3605842" y="3778181"/>
            <a:ext cx="629376" cy="629376"/>
          </a:xfrm>
          <a:prstGeom prst="ellipse">
            <a:avLst/>
          </a:prstGeom>
          <a:ln w="285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0899791-410B-7C35-1726-67297F7000B4}"/>
              </a:ext>
            </a:extLst>
          </p:cNvPr>
          <p:cNvSpPr/>
          <p:nvPr/>
        </p:nvSpPr>
        <p:spPr>
          <a:xfrm>
            <a:off x="5970874" y="4899772"/>
            <a:ext cx="629376" cy="629376"/>
          </a:xfrm>
          <a:prstGeom prst="ellips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CDDA041-0642-E4DF-7978-71FDC20352AE}"/>
              </a:ext>
            </a:extLst>
          </p:cNvPr>
          <p:cNvSpPr/>
          <p:nvPr/>
        </p:nvSpPr>
        <p:spPr>
          <a:xfrm>
            <a:off x="7609585" y="3739596"/>
            <a:ext cx="629376" cy="629376"/>
          </a:xfrm>
          <a:prstGeom prst="ellips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46293F-437C-82D6-18FA-639AE0B25756}"/>
              </a:ext>
            </a:extLst>
          </p:cNvPr>
          <p:cNvSpPr txBox="1"/>
          <p:nvPr/>
        </p:nvSpPr>
        <p:spPr>
          <a:xfrm>
            <a:off x="9635319" y="58412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33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AB9C-AD39-A169-CFF7-306136B6C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1E9C-F1C8-57A9-F929-CE7179B0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is…</a:t>
            </a:r>
          </a:p>
        </p:txBody>
      </p:sp>
      <p:sp>
        <p:nvSpPr>
          <p:cNvPr id="3" name="!!content2">
            <a:extLst>
              <a:ext uri="{FF2B5EF4-FFF2-40B4-BE49-F238E27FC236}">
                <a16:creationId xmlns:a16="http://schemas.microsoft.com/office/drawing/2014/main" id="{B944F4C4-169D-8243-36DC-F9C443085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5999"/>
            <a:ext cx="10515600" cy="460375"/>
          </a:xfrm>
        </p:spPr>
        <p:txBody>
          <a:bodyPr>
            <a:normAutofit/>
          </a:bodyPr>
          <a:lstStyle/>
          <a:p>
            <a:r>
              <a:rPr lang="en-US" sz="2400" dirty="0"/>
              <a:t>Broad concept that describes how things interact to each other</a:t>
            </a:r>
          </a:p>
        </p:txBody>
      </p:sp>
      <p:sp>
        <p:nvSpPr>
          <p:cNvPr id="4" name="!!content1">
            <a:extLst>
              <a:ext uri="{FF2B5EF4-FFF2-40B4-BE49-F238E27FC236}">
                <a16:creationId xmlns:a16="http://schemas.microsoft.com/office/drawing/2014/main" id="{C5A77EE5-73B2-CD1E-4329-194E9D64CB5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Data structure of components (nodes) connected by relationships (edges)</a:t>
            </a:r>
          </a:p>
        </p:txBody>
      </p:sp>
      <p:sp>
        <p:nvSpPr>
          <p:cNvPr id="5" name="!!content3">
            <a:extLst>
              <a:ext uri="{FF2B5EF4-FFF2-40B4-BE49-F238E27FC236}">
                <a16:creationId xmlns:a16="http://schemas.microsoft.com/office/drawing/2014/main" id="{704AFEC6-31F7-ACE7-DEFC-81B36A20288A}"/>
              </a:ext>
            </a:extLst>
          </p:cNvPr>
          <p:cNvSpPr txBox="1">
            <a:spLocks/>
          </p:cNvSpPr>
          <p:nvPr/>
        </p:nvSpPr>
        <p:spPr>
          <a:xfrm>
            <a:off x="838200" y="2746374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Networks are everywhere!</a:t>
            </a:r>
          </a:p>
        </p:txBody>
      </p:sp>
      <p:cxnSp>
        <p:nvCxnSpPr>
          <p:cNvPr id="6" name="!!connector2">
            <a:extLst>
              <a:ext uri="{FF2B5EF4-FFF2-40B4-BE49-F238E27FC236}">
                <a16:creationId xmlns:a16="http://schemas.microsoft.com/office/drawing/2014/main" id="{6D300747-2CB6-902E-E3F6-9F49C813DDDF}"/>
              </a:ext>
            </a:extLst>
          </p:cNvPr>
          <p:cNvCxnSpPr>
            <a:cxnSpLocks/>
          </p:cNvCxnSpPr>
          <p:nvPr/>
        </p:nvCxnSpPr>
        <p:spPr>
          <a:xfrm flipH="1" flipV="1">
            <a:off x="486735" y="7912620"/>
            <a:ext cx="1984544" cy="1026701"/>
          </a:xfrm>
          <a:prstGeom prst="line">
            <a:avLst/>
          </a:prstGeom>
          <a:ln w="57150">
            <a:solidFill>
              <a:schemeClr val="accent6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!!connector1">
            <a:extLst>
              <a:ext uri="{FF2B5EF4-FFF2-40B4-BE49-F238E27FC236}">
                <a16:creationId xmlns:a16="http://schemas.microsoft.com/office/drawing/2014/main" id="{C8017869-3E1C-AC54-1E0A-56A4B1BC1856}"/>
              </a:ext>
            </a:extLst>
          </p:cNvPr>
          <p:cNvCxnSpPr>
            <a:cxnSpLocks/>
          </p:cNvCxnSpPr>
          <p:nvPr/>
        </p:nvCxnSpPr>
        <p:spPr>
          <a:xfrm flipH="1">
            <a:off x="12426617" y="4311645"/>
            <a:ext cx="3718364" cy="46554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!!connector3">
            <a:extLst>
              <a:ext uri="{FF2B5EF4-FFF2-40B4-BE49-F238E27FC236}">
                <a16:creationId xmlns:a16="http://schemas.microsoft.com/office/drawing/2014/main" id="{57A71DD6-05CF-EADA-5630-C292DD0B1DB6}"/>
              </a:ext>
            </a:extLst>
          </p:cNvPr>
          <p:cNvCxnSpPr>
            <a:cxnSpLocks/>
          </p:cNvCxnSpPr>
          <p:nvPr/>
        </p:nvCxnSpPr>
        <p:spPr>
          <a:xfrm flipV="1">
            <a:off x="13520868" y="7246346"/>
            <a:ext cx="1315426" cy="1013307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176FD37-33A2-67DA-ACB4-CCC71C1AFE2C}"/>
              </a:ext>
            </a:extLst>
          </p:cNvPr>
          <p:cNvSpPr/>
          <p:nvPr/>
        </p:nvSpPr>
        <p:spPr>
          <a:xfrm>
            <a:off x="-2898197" y="5529148"/>
            <a:ext cx="629376" cy="629376"/>
          </a:xfrm>
          <a:prstGeom prst="ellipse">
            <a:avLst/>
          </a:prstGeom>
          <a:ln w="285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7FA99A-4215-0699-B7B8-BA41B20E834B}"/>
              </a:ext>
            </a:extLst>
          </p:cNvPr>
          <p:cNvSpPr/>
          <p:nvPr/>
        </p:nvSpPr>
        <p:spPr>
          <a:xfrm>
            <a:off x="6096000" y="9634004"/>
            <a:ext cx="629376" cy="629376"/>
          </a:xfrm>
          <a:prstGeom prst="ellips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861208-4874-8AB5-2490-42D8837654E5}"/>
              </a:ext>
            </a:extLst>
          </p:cNvPr>
          <p:cNvSpPr/>
          <p:nvPr/>
        </p:nvSpPr>
        <p:spPr>
          <a:xfrm>
            <a:off x="13656423" y="3728823"/>
            <a:ext cx="629376" cy="629376"/>
          </a:xfrm>
          <a:prstGeom prst="ellips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8B903B-5B0A-4B52-8059-8A4FE80C3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35" y="3691027"/>
            <a:ext cx="3434682" cy="22497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62B8A5-0536-F8FD-CE40-99CADB310E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481"/>
          <a:stretch>
            <a:fillRect/>
          </a:stretch>
        </p:blipFill>
        <p:spPr>
          <a:xfrm>
            <a:off x="4012116" y="3758378"/>
            <a:ext cx="3986365" cy="21150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EC2C89-AAE7-109C-136A-1723E03EA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277" y="3431497"/>
            <a:ext cx="3616083" cy="271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5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E645-8D4C-9FBE-5ECC-34F1F903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85DD-4AFF-1B4F-349C-76204694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Networks?</a:t>
            </a:r>
          </a:p>
        </p:txBody>
      </p:sp>
      <p:sp>
        <p:nvSpPr>
          <p:cNvPr id="4" name="Content1">
            <a:extLst>
              <a:ext uri="{FF2B5EF4-FFF2-40B4-BE49-F238E27FC236}">
                <a16:creationId xmlns:a16="http://schemas.microsoft.com/office/drawing/2014/main" id="{429E8E98-B649-4F1F-150B-77929CF6707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These structures allow us to:</a:t>
            </a:r>
          </a:p>
        </p:txBody>
      </p:sp>
    </p:spTree>
    <p:extLst>
      <p:ext uri="{BB962C8B-B14F-4D97-AF65-F5344CB8AC3E}">
        <p14:creationId xmlns:p14="http://schemas.microsoft.com/office/powerpoint/2010/main" val="3044750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28FE-6583-C596-509F-7441C1131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EFF6-B272-BDD4-E1C5-F4FC2D113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Networks?</a:t>
            </a:r>
          </a:p>
        </p:txBody>
      </p:sp>
      <p:sp>
        <p:nvSpPr>
          <p:cNvPr id="4" name="Content1">
            <a:extLst>
              <a:ext uri="{FF2B5EF4-FFF2-40B4-BE49-F238E27FC236}">
                <a16:creationId xmlns:a16="http://schemas.microsoft.com/office/drawing/2014/main" id="{99262D2C-22D5-F195-1405-ACD6BA64EDC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These structures allow us to: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2EFF49-DBE0-BD68-9380-A137D0F77B22}"/>
              </a:ext>
            </a:extLst>
          </p:cNvPr>
          <p:cNvSpPr txBox="1"/>
          <p:nvPr/>
        </p:nvSpPr>
        <p:spPr>
          <a:xfrm>
            <a:off x="1270000" y="208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1">
            <a:extLst>
              <a:ext uri="{FF2B5EF4-FFF2-40B4-BE49-F238E27FC236}">
                <a16:creationId xmlns:a16="http://schemas.microsoft.com/office/drawing/2014/main" id="{F7115682-E096-19B4-6CD6-7A38625B9E79}"/>
              </a:ext>
            </a:extLst>
          </p:cNvPr>
          <p:cNvSpPr txBox="1">
            <a:spLocks/>
          </p:cNvSpPr>
          <p:nvPr/>
        </p:nvSpPr>
        <p:spPr>
          <a:xfrm>
            <a:off x="838200" y="2267466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Quick integration of heterogeneous data based on relationships.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CB2DF76D-E29B-6112-C7B0-09EA1B81FEA2}"/>
              </a:ext>
            </a:extLst>
          </p:cNvPr>
          <p:cNvGrpSpPr/>
          <p:nvPr/>
        </p:nvGrpSpPr>
        <p:grpSpPr>
          <a:xfrm>
            <a:off x="2239194" y="2912507"/>
            <a:ext cx="8536368" cy="3702416"/>
            <a:chOff x="1672417" y="2790460"/>
            <a:chExt cx="8536368" cy="370241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6F5107E-DBC6-F171-D87A-1BCDED4FAB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5198" y="3574306"/>
              <a:ext cx="1119166" cy="102812"/>
            </a:xfrm>
            <a:prstGeom prst="line">
              <a:avLst/>
            </a:prstGeom>
            <a:ln w="28575">
              <a:solidFill>
                <a:schemeClr val="tx2">
                  <a:lumMod val="50000"/>
                  <a:lumOff val="50000"/>
                </a:schemeClr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D8F79C0-87EC-3477-6DA2-0DEE49CEC2CB}"/>
                </a:ext>
              </a:extLst>
            </p:cNvPr>
            <p:cNvSpPr txBox="1"/>
            <p:nvPr/>
          </p:nvSpPr>
          <p:spPr>
            <a:xfrm>
              <a:off x="4056751" y="2790460"/>
              <a:ext cx="13938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Metagenomics course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B49E523-5DAD-66BA-5E5A-30EC13D134E8}"/>
                </a:ext>
              </a:extLst>
            </p:cNvPr>
            <p:cNvSpPr txBox="1"/>
            <p:nvPr/>
          </p:nvSpPr>
          <p:spPr>
            <a:xfrm>
              <a:off x="5521607" y="3907671"/>
              <a:ext cx="13938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Data Science Platform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DD03888-CB32-350A-6FAA-BC5B811A06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5567" y="3648557"/>
              <a:ext cx="918885" cy="3228"/>
            </a:xfrm>
            <a:prstGeom prst="line">
              <a:avLst/>
            </a:prstGeom>
            <a:ln w="28575">
              <a:solidFill>
                <a:schemeClr val="accent3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7BE9735-F608-C751-FA3F-3B421801C9AC}"/>
                </a:ext>
              </a:extLst>
            </p:cNvPr>
            <p:cNvSpPr txBox="1"/>
            <p:nvPr/>
          </p:nvSpPr>
          <p:spPr>
            <a:xfrm>
              <a:off x="7575246" y="3457543"/>
              <a:ext cx="1393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BRIGHT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5D97DE4-606A-2D1E-8266-27FE6BB2A41B}"/>
                </a:ext>
              </a:extLst>
            </p:cNvPr>
            <p:cNvSpPr txBox="1"/>
            <p:nvPr/>
          </p:nvSpPr>
          <p:spPr>
            <a:xfrm>
              <a:off x="4397160" y="4762752"/>
              <a:ext cx="8789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Alpha diversity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008D6F5-CAAE-2462-97E0-EADC9B109B6B}"/>
                </a:ext>
              </a:extLst>
            </p:cNvPr>
            <p:cNvSpPr txBox="1"/>
            <p:nvPr/>
          </p:nvSpPr>
          <p:spPr>
            <a:xfrm>
              <a:off x="1672417" y="5768553"/>
              <a:ext cx="10029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Aitchison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8DBBF45-ECA5-689D-D649-FB5295D62AD7}"/>
                </a:ext>
              </a:extLst>
            </p:cNvPr>
            <p:cNvSpPr txBox="1"/>
            <p:nvPr/>
          </p:nvSpPr>
          <p:spPr>
            <a:xfrm>
              <a:off x="1872039" y="3935306"/>
              <a:ext cx="1393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MANs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DF53974-A396-899D-3750-93CD9C390A55}"/>
                </a:ext>
              </a:extLst>
            </p:cNvPr>
            <p:cNvSpPr txBox="1"/>
            <p:nvPr/>
          </p:nvSpPr>
          <p:spPr>
            <a:xfrm>
              <a:off x="7209494" y="4472318"/>
              <a:ext cx="1393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Building 220</a:t>
              </a: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4D52C33-AE7C-9707-DA40-C784A979E8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2866" y="3662108"/>
              <a:ext cx="218595" cy="830884"/>
            </a:xfrm>
            <a:prstGeom prst="line">
              <a:avLst/>
            </a:prstGeom>
            <a:ln w="28575"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D05B3E3-B292-C242-2192-BB34FDC8F70E}"/>
                </a:ext>
              </a:extLst>
            </p:cNvPr>
            <p:cNvSpPr txBox="1"/>
            <p:nvPr/>
          </p:nvSpPr>
          <p:spPr>
            <a:xfrm>
              <a:off x="5236382" y="5365492"/>
              <a:ext cx="1393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Building 324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61966F8-2E97-410E-A22B-8F00EFC8E9B7}"/>
                </a:ext>
              </a:extLst>
            </p:cNvPr>
            <p:cNvSpPr txBox="1"/>
            <p:nvPr/>
          </p:nvSpPr>
          <p:spPr>
            <a:xfrm>
              <a:off x="8195470" y="5775110"/>
              <a:ext cx="1393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DTU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5C3589C-345B-3E24-7991-9C996C087FF0}"/>
                </a:ext>
              </a:extLst>
            </p:cNvPr>
            <p:cNvSpPr txBox="1"/>
            <p:nvPr/>
          </p:nvSpPr>
          <p:spPr>
            <a:xfrm>
              <a:off x="8814961" y="4437924"/>
              <a:ext cx="1393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Denmark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9F136AD-42F8-F182-D78E-12DE8ECDC063}"/>
                </a:ext>
              </a:extLst>
            </p:cNvPr>
            <p:cNvSpPr txBox="1"/>
            <p:nvPr/>
          </p:nvSpPr>
          <p:spPr>
            <a:xfrm>
              <a:off x="2073444" y="4430815"/>
              <a:ext cx="10029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Beta diversity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E84A7E4-08BF-D246-77CA-4319E3BA8E56}"/>
                </a:ext>
              </a:extLst>
            </p:cNvPr>
            <p:cNvSpPr txBox="1"/>
            <p:nvPr/>
          </p:nvSpPr>
          <p:spPr>
            <a:xfrm>
              <a:off x="2955530" y="6155977"/>
              <a:ext cx="10029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Shannon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98033D1-C58A-8807-F025-CC5EC6485AEE}"/>
                </a:ext>
              </a:extLst>
            </p:cNvPr>
            <p:cNvSpPr txBox="1"/>
            <p:nvPr/>
          </p:nvSpPr>
          <p:spPr>
            <a:xfrm>
              <a:off x="4153866" y="6185099"/>
              <a:ext cx="10029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Simpson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E76B1EA-41CE-BBD3-0346-B6B4466BA73A}"/>
                </a:ext>
              </a:extLst>
            </p:cNvPr>
            <p:cNvSpPr/>
            <p:nvPr/>
          </p:nvSpPr>
          <p:spPr>
            <a:xfrm>
              <a:off x="5738451" y="3395241"/>
              <a:ext cx="506633" cy="506633"/>
            </a:xfrm>
            <a:prstGeom prst="ellipse">
              <a:avLst/>
            </a:prstGeom>
            <a:ln w="28575"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8ED978D-8672-2716-26D4-B876F7949A3A}"/>
                </a:ext>
              </a:extLst>
            </p:cNvPr>
            <p:cNvSpPr/>
            <p:nvPr/>
          </p:nvSpPr>
          <p:spPr>
            <a:xfrm>
              <a:off x="7051766" y="3395241"/>
              <a:ext cx="506633" cy="506633"/>
            </a:xfrm>
            <a:prstGeom prst="ellips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D46D283F-5CA1-421B-196C-AB847A38E6BB}"/>
                </a:ext>
              </a:extLst>
            </p:cNvPr>
            <p:cNvSpPr/>
            <p:nvPr/>
          </p:nvSpPr>
          <p:spPr>
            <a:xfrm>
              <a:off x="2403901" y="3498602"/>
              <a:ext cx="506633" cy="506633"/>
            </a:xfrm>
            <a:prstGeom prst="ellipse">
              <a:avLst/>
            </a:prstGeom>
            <a:gradFill flip="none" rotWithShape="1">
              <a:gsLst>
                <a:gs pos="0">
                  <a:srgbClr val="EAC687">
                    <a:tint val="66000"/>
                    <a:satMod val="160000"/>
                  </a:srgbClr>
                </a:gs>
                <a:gs pos="50000">
                  <a:srgbClr val="EAC687">
                    <a:tint val="44500"/>
                    <a:satMod val="160000"/>
                  </a:srgbClr>
                </a:gs>
                <a:gs pos="100000">
                  <a:srgbClr val="EAC687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28575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240BB44-B80E-D954-B61A-2BE9D9EC30FF}"/>
                </a:ext>
              </a:extLst>
            </p:cNvPr>
            <p:cNvSpPr/>
            <p:nvPr/>
          </p:nvSpPr>
          <p:spPr>
            <a:xfrm>
              <a:off x="8948601" y="4739824"/>
              <a:ext cx="506633" cy="506633"/>
            </a:xfrm>
            <a:prstGeom prst="ellipse">
              <a:avLst/>
            </a:prstGeom>
            <a:ln w="28575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4DEC7B0-6602-F7BA-19E2-0F266E35334F}"/>
                </a:ext>
              </a:extLst>
            </p:cNvPr>
            <p:cNvSpPr/>
            <p:nvPr/>
          </p:nvSpPr>
          <p:spPr>
            <a:xfrm>
              <a:off x="4266580" y="5751957"/>
              <a:ext cx="506633" cy="506633"/>
            </a:xfrm>
            <a:prstGeom prst="ellipse">
              <a:avLst/>
            </a:prstGeom>
            <a:gradFill flip="none" rotWithShape="1">
              <a:gsLst>
                <a:gs pos="0">
                  <a:srgbClr val="EAC687">
                    <a:tint val="66000"/>
                    <a:satMod val="160000"/>
                  </a:srgbClr>
                </a:gs>
                <a:gs pos="50000">
                  <a:srgbClr val="EAC687">
                    <a:tint val="44500"/>
                    <a:satMod val="160000"/>
                  </a:srgbClr>
                </a:gs>
                <a:gs pos="100000">
                  <a:srgbClr val="EAC687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28575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7623D58E-0FDB-AA16-B2E3-E830C2C21206}"/>
                </a:ext>
              </a:extLst>
            </p:cNvPr>
            <p:cNvSpPr/>
            <p:nvPr/>
          </p:nvSpPr>
          <p:spPr>
            <a:xfrm>
              <a:off x="3223311" y="5670209"/>
              <a:ext cx="506633" cy="506633"/>
            </a:xfrm>
            <a:prstGeom prst="ellipse">
              <a:avLst/>
            </a:prstGeom>
            <a:gradFill flip="none" rotWithShape="1">
              <a:gsLst>
                <a:gs pos="0">
                  <a:srgbClr val="EAC687">
                    <a:tint val="66000"/>
                    <a:satMod val="160000"/>
                  </a:srgbClr>
                </a:gs>
                <a:gs pos="50000">
                  <a:srgbClr val="EAC687">
                    <a:tint val="44500"/>
                    <a:satMod val="160000"/>
                  </a:srgbClr>
                </a:gs>
                <a:gs pos="100000">
                  <a:srgbClr val="EAC687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28575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0844607-F45A-2EC2-74FB-1BB76A2C4BEE}"/>
                </a:ext>
              </a:extLst>
            </p:cNvPr>
            <p:cNvSpPr/>
            <p:nvPr/>
          </p:nvSpPr>
          <p:spPr>
            <a:xfrm>
              <a:off x="2179599" y="5300917"/>
              <a:ext cx="506633" cy="506633"/>
            </a:xfrm>
            <a:prstGeom prst="ellipse">
              <a:avLst/>
            </a:prstGeom>
            <a:gradFill flip="none" rotWithShape="1">
              <a:gsLst>
                <a:gs pos="0">
                  <a:srgbClr val="EAC687">
                    <a:tint val="66000"/>
                    <a:satMod val="160000"/>
                  </a:srgbClr>
                </a:gs>
                <a:gs pos="50000">
                  <a:srgbClr val="EAC687">
                    <a:tint val="44500"/>
                    <a:satMod val="160000"/>
                  </a:srgbClr>
                </a:gs>
                <a:gs pos="100000">
                  <a:srgbClr val="EAC687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28575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B2B188A-23D2-D48A-1B2C-1BAF1826B043}"/>
                </a:ext>
              </a:extLst>
            </p:cNvPr>
            <p:cNvSpPr txBox="1"/>
            <p:nvPr/>
          </p:nvSpPr>
          <p:spPr>
            <a:xfrm rot="329606">
              <a:off x="4695669" y="3394929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organized by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17CE4AE-4686-578E-FE6D-B6D91190C4E6}"/>
                </a:ext>
              </a:extLst>
            </p:cNvPr>
            <p:cNvSpPr txBox="1"/>
            <p:nvPr/>
          </p:nvSpPr>
          <p:spPr>
            <a:xfrm>
              <a:off x="6213740" y="3405564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part of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85435323-7814-DCA4-8F61-DDDCB333DBAC}"/>
                </a:ext>
              </a:extLst>
            </p:cNvPr>
            <p:cNvSpPr txBox="1"/>
            <p:nvPr/>
          </p:nvSpPr>
          <p:spPr>
            <a:xfrm>
              <a:off x="7177411" y="4023603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located on</a:t>
              </a:r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DA9C4D5-EC81-5A7E-3B26-FDF6A6FD458A}"/>
                </a:ext>
              </a:extLst>
            </p:cNvPr>
            <p:cNvCxnSpPr>
              <a:cxnSpLocks/>
            </p:cNvCxnSpPr>
            <p:nvPr/>
          </p:nvCxnSpPr>
          <p:spPr>
            <a:xfrm>
              <a:off x="6980908" y="4780994"/>
              <a:ext cx="811372" cy="718774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1D34108-5DA5-A1A6-74BA-D80590422B60}"/>
                </a:ext>
              </a:extLst>
            </p:cNvPr>
            <p:cNvSpPr txBox="1"/>
            <p:nvPr/>
          </p:nvSpPr>
          <p:spPr>
            <a:xfrm rot="2525837">
              <a:off x="7065032" y="5182855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located on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6FEEA5B-D422-BA10-B23A-03123CB78A20}"/>
                </a:ext>
              </a:extLst>
            </p:cNvPr>
            <p:cNvSpPr txBox="1"/>
            <p:nvPr/>
          </p:nvSpPr>
          <p:spPr>
            <a:xfrm rot="19689026">
              <a:off x="8019291" y="5007438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located on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6B74FA87-5CB1-C4E2-1B79-73FC7722B0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5596" y="5140381"/>
              <a:ext cx="898754" cy="532888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A1D2ED37-D2B0-C86E-9AAC-EA32CDBB06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4079" y="3632388"/>
              <a:ext cx="904496" cy="1197377"/>
            </a:xfrm>
            <a:prstGeom prst="line">
              <a:avLst/>
            </a:prstGeom>
            <a:ln w="28575">
              <a:solidFill>
                <a:schemeClr val="tx2">
                  <a:lumMod val="50000"/>
                  <a:lumOff val="50000"/>
                </a:schemeClr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ED34671-26DC-9A6A-56F6-724BD582647A}"/>
                </a:ext>
              </a:extLst>
            </p:cNvPr>
            <p:cNvSpPr txBox="1"/>
            <p:nvPr/>
          </p:nvSpPr>
          <p:spPr>
            <a:xfrm rot="3197578">
              <a:off x="4470110" y="4135024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held on</a:t>
              </a: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274D94C4-6F15-5EE3-35E8-B0631ED962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9591" y="3599410"/>
              <a:ext cx="295200" cy="1124184"/>
            </a:xfrm>
            <a:prstGeom prst="line">
              <a:avLst/>
            </a:prstGeom>
            <a:ln w="28575">
              <a:solidFill>
                <a:schemeClr val="tx2">
                  <a:lumMod val="50000"/>
                  <a:lumOff val="50000"/>
                </a:schemeClr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710A304-17F8-8B73-82C9-39278707E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5530" y="3592100"/>
              <a:ext cx="1565377" cy="121417"/>
            </a:xfrm>
            <a:prstGeom prst="line">
              <a:avLst/>
            </a:prstGeom>
            <a:ln w="28575">
              <a:solidFill>
                <a:schemeClr val="tx2">
                  <a:lumMod val="50000"/>
                  <a:lumOff val="50000"/>
                </a:schemeClr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313827D-3F9F-E206-37CF-535B1097FB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6757" y="3632028"/>
              <a:ext cx="1155509" cy="766743"/>
            </a:xfrm>
            <a:prstGeom prst="line">
              <a:avLst/>
            </a:prstGeom>
            <a:ln w="28575">
              <a:solidFill>
                <a:schemeClr val="tx2">
                  <a:lumMod val="50000"/>
                  <a:lumOff val="50000"/>
                </a:schemeClr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114DB289-FCC4-184E-B71D-35964C3F5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7040" y="5065351"/>
              <a:ext cx="502560" cy="604858"/>
            </a:xfrm>
            <a:prstGeom prst="line">
              <a:avLst/>
            </a:prstGeom>
            <a:ln w="28575">
              <a:solidFill>
                <a:srgbClr val="FFC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F7B7D3DE-F1B5-F169-4A5C-C205619A35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3143" y="5065351"/>
              <a:ext cx="277749" cy="640769"/>
            </a:xfrm>
            <a:prstGeom prst="line">
              <a:avLst/>
            </a:prstGeom>
            <a:ln w="28575">
              <a:solidFill>
                <a:srgbClr val="FFC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3652F5-E5BD-E01E-2398-85B1D38847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127" y="4557916"/>
              <a:ext cx="409931" cy="807576"/>
            </a:xfrm>
            <a:prstGeom prst="line">
              <a:avLst/>
            </a:prstGeom>
            <a:ln w="28575">
              <a:solidFill>
                <a:srgbClr val="FFC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325C81D-5951-12E4-0E3E-23920078404A}"/>
                </a:ext>
              </a:extLst>
            </p:cNvPr>
            <p:cNvSpPr txBox="1"/>
            <p:nvPr/>
          </p:nvSpPr>
          <p:spPr>
            <a:xfrm rot="21354525">
              <a:off x="3251581" y="3410609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course topic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023299FF-856A-6A28-9336-F759065A3075}"/>
                </a:ext>
              </a:extLst>
            </p:cNvPr>
            <p:cNvSpPr txBox="1"/>
            <p:nvPr/>
          </p:nvSpPr>
          <p:spPr>
            <a:xfrm rot="19657596">
              <a:off x="3294089" y="3711069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course topic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3DDC2E1-8BBF-A487-E723-2E1829575FFE}"/>
                </a:ext>
              </a:extLst>
            </p:cNvPr>
            <p:cNvSpPr txBox="1"/>
            <p:nvPr/>
          </p:nvSpPr>
          <p:spPr>
            <a:xfrm rot="17107728">
              <a:off x="3642825" y="3791514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course topic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5ED4B149-C04F-C5A3-7B52-F56F6CC88606}"/>
                </a:ext>
              </a:extLst>
            </p:cNvPr>
            <p:cNvSpPr txBox="1"/>
            <p:nvPr/>
          </p:nvSpPr>
          <p:spPr>
            <a:xfrm>
              <a:off x="3232583" y="5242381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example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EBEA2CD-09D5-15C2-671C-E9299E29D26E}"/>
                </a:ext>
              </a:extLst>
            </p:cNvPr>
            <p:cNvSpPr txBox="1"/>
            <p:nvPr/>
          </p:nvSpPr>
          <p:spPr>
            <a:xfrm>
              <a:off x="4319661" y="5303530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example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95AE99C8-A4C6-F6A3-9CB9-1D074E5485B1}"/>
                </a:ext>
              </a:extLst>
            </p:cNvPr>
            <p:cNvSpPr txBox="1"/>
            <p:nvPr/>
          </p:nvSpPr>
          <p:spPr>
            <a:xfrm>
              <a:off x="2849778" y="4878141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example</a:t>
              </a:r>
            </a:p>
          </p:txBody>
        </p: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22207BD0-2BBF-1187-5561-A72C95C911DA}"/>
                </a:ext>
              </a:extLst>
            </p:cNvPr>
            <p:cNvCxnSpPr>
              <a:cxnSpLocks/>
            </p:cNvCxnSpPr>
            <p:nvPr/>
          </p:nvCxnSpPr>
          <p:spPr>
            <a:xfrm>
              <a:off x="5686713" y="5033450"/>
              <a:ext cx="1998998" cy="670547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87EA4A8-1414-8DC5-54C0-5A5F11031FB7}"/>
                </a:ext>
              </a:extLst>
            </p:cNvPr>
            <p:cNvSpPr/>
            <p:nvPr/>
          </p:nvSpPr>
          <p:spPr>
            <a:xfrm>
              <a:off x="4247030" y="3320990"/>
              <a:ext cx="506633" cy="506633"/>
            </a:xfrm>
            <a:prstGeom prst="ellipse">
              <a:avLst/>
            </a:prstGeom>
            <a:ln w="28575"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F8B3E6D-BEE9-13A2-0D24-92F3E0B2786F}"/>
                </a:ext>
              </a:extLst>
            </p:cNvPr>
            <p:cNvSpPr/>
            <p:nvPr/>
          </p:nvSpPr>
          <p:spPr>
            <a:xfrm>
              <a:off x="3920599" y="4799129"/>
              <a:ext cx="506633" cy="506633"/>
            </a:xfrm>
            <a:prstGeom prst="ellipse">
              <a:avLst/>
            </a:prstGeom>
            <a:gradFill flip="none" rotWithShape="1">
              <a:gsLst>
                <a:gs pos="0">
                  <a:srgbClr val="EAC687">
                    <a:tint val="66000"/>
                    <a:satMod val="160000"/>
                  </a:srgbClr>
                </a:gs>
                <a:gs pos="50000">
                  <a:srgbClr val="EAC687">
                    <a:tint val="44500"/>
                    <a:satMod val="160000"/>
                  </a:srgbClr>
                </a:gs>
                <a:gs pos="100000">
                  <a:srgbClr val="EAC687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28575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9E4A348-0FDC-2EA5-1EBF-891D6D97CD71}"/>
                </a:ext>
              </a:extLst>
            </p:cNvPr>
            <p:cNvSpPr/>
            <p:nvPr/>
          </p:nvSpPr>
          <p:spPr>
            <a:xfrm>
              <a:off x="2820932" y="4313012"/>
              <a:ext cx="506633" cy="506633"/>
            </a:xfrm>
            <a:prstGeom prst="ellipse">
              <a:avLst/>
            </a:prstGeom>
            <a:gradFill flip="none" rotWithShape="1">
              <a:gsLst>
                <a:gs pos="0">
                  <a:srgbClr val="EAC687">
                    <a:tint val="66000"/>
                    <a:satMod val="160000"/>
                  </a:srgbClr>
                </a:gs>
                <a:gs pos="50000">
                  <a:srgbClr val="EAC687">
                    <a:tint val="44500"/>
                    <a:satMod val="160000"/>
                  </a:srgbClr>
                </a:gs>
                <a:gs pos="100000">
                  <a:srgbClr val="EAC687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28575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26093845-43BF-E31C-4A2E-EE51B6A3BF76}"/>
                </a:ext>
              </a:extLst>
            </p:cNvPr>
            <p:cNvSpPr/>
            <p:nvPr/>
          </p:nvSpPr>
          <p:spPr>
            <a:xfrm>
              <a:off x="6735483" y="4549480"/>
              <a:ext cx="506633" cy="506633"/>
            </a:xfrm>
            <a:prstGeom prst="ellipse">
              <a:avLst/>
            </a:prstGeom>
            <a:ln w="28575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52CC5A9-73C3-7ED0-C2DD-47C5DB82D8B4}"/>
                </a:ext>
              </a:extLst>
            </p:cNvPr>
            <p:cNvSpPr/>
            <p:nvPr/>
          </p:nvSpPr>
          <p:spPr>
            <a:xfrm>
              <a:off x="5426661" y="4798044"/>
              <a:ext cx="506633" cy="506633"/>
            </a:xfrm>
            <a:prstGeom prst="ellipse">
              <a:avLst/>
            </a:prstGeom>
            <a:ln w="28575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4FF7E0A-4FDC-DB5D-BB7E-BE6B6E0BA191}"/>
                </a:ext>
              </a:extLst>
            </p:cNvPr>
            <p:cNvSpPr/>
            <p:nvPr/>
          </p:nvSpPr>
          <p:spPr>
            <a:xfrm>
              <a:off x="7745056" y="5450681"/>
              <a:ext cx="506633" cy="506633"/>
            </a:xfrm>
            <a:prstGeom prst="ellipse">
              <a:avLst/>
            </a:prstGeom>
            <a:ln w="28575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9C23A33F-A3FD-C50A-57B6-DBF2B76E4C7E}"/>
                </a:ext>
              </a:extLst>
            </p:cNvPr>
            <p:cNvSpPr txBox="1"/>
            <p:nvPr/>
          </p:nvSpPr>
          <p:spPr>
            <a:xfrm rot="1064527">
              <a:off x="6176669" y="5175247"/>
              <a:ext cx="13938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located 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1868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3655-C758-4A23-7DD5-3551EA5CE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D2E1-E4CB-E498-B4B3-14A2D06B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Networks?</a:t>
            </a:r>
          </a:p>
        </p:txBody>
      </p:sp>
      <p:sp>
        <p:nvSpPr>
          <p:cNvPr id="4" name="Content1">
            <a:extLst>
              <a:ext uri="{FF2B5EF4-FFF2-40B4-BE49-F238E27FC236}">
                <a16:creationId xmlns:a16="http://schemas.microsoft.com/office/drawing/2014/main" id="{7D68844B-A0A1-9E94-354C-DEF384EBA74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These structures allow us to: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D653A4-2F3B-00E7-7A80-BF68C82B86BD}"/>
              </a:ext>
            </a:extLst>
          </p:cNvPr>
          <p:cNvSpPr txBox="1"/>
          <p:nvPr/>
        </p:nvSpPr>
        <p:spPr>
          <a:xfrm>
            <a:off x="1270000" y="208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1">
            <a:extLst>
              <a:ext uri="{FF2B5EF4-FFF2-40B4-BE49-F238E27FC236}">
                <a16:creationId xmlns:a16="http://schemas.microsoft.com/office/drawing/2014/main" id="{F1646017-0A51-AB25-F56C-29DF42CBA5A0}"/>
              </a:ext>
            </a:extLst>
          </p:cNvPr>
          <p:cNvSpPr txBox="1">
            <a:spLocks/>
          </p:cNvSpPr>
          <p:nvPr/>
        </p:nvSpPr>
        <p:spPr>
          <a:xfrm>
            <a:off x="838200" y="2267466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Quick integration of heterogeneous data based on relationships.</a:t>
            </a:r>
          </a:p>
        </p:txBody>
      </p:sp>
      <p:sp>
        <p:nvSpPr>
          <p:cNvPr id="5" name="Content1">
            <a:extLst>
              <a:ext uri="{FF2B5EF4-FFF2-40B4-BE49-F238E27FC236}">
                <a16:creationId xmlns:a16="http://schemas.microsoft.com/office/drawing/2014/main" id="{2E68B239-98EF-31C6-51D4-ED52CDF7B1D5}"/>
              </a:ext>
            </a:extLst>
          </p:cNvPr>
          <p:cNvSpPr txBox="1">
            <a:spLocks/>
          </p:cNvSpPr>
          <p:nvPr/>
        </p:nvSpPr>
        <p:spPr>
          <a:xfrm>
            <a:off x="838200" y="27334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Graph theory methods can be used to analyze and interpret data.</a:t>
            </a:r>
          </a:p>
        </p:txBody>
      </p:sp>
      <p:cxnSp>
        <p:nvCxnSpPr>
          <p:cNvPr id="6" name="!!c2">
            <a:extLst>
              <a:ext uri="{FF2B5EF4-FFF2-40B4-BE49-F238E27FC236}">
                <a16:creationId xmlns:a16="http://schemas.microsoft.com/office/drawing/2014/main" id="{789A9424-6927-159B-A479-966F5D809F93}"/>
              </a:ext>
            </a:extLst>
          </p:cNvPr>
          <p:cNvCxnSpPr>
            <a:cxnSpLocks/>
          </p:cNvCxnSpPr>
          <p:nvPr/>
        </p:nvCxnSpPr>
        <p:spPr>
          <a:xfrm>
            <a:off x="3291217" y="4658803"/>
            <a:ext cx="1436531" cy="78501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!!c1">
            <a:extLst>
              <a:ext uri="{FF2B5EF4-FFF2-40B4-BE49-F238E27FC236}">
                <a16:creationId xmlns:a16="http://schemas.microsoft.com/office/drawing/2014/main" id="{EFCFBAB1-245A-1546-7ED4-65B0CF11D06D}"/>
              </a:ext>
            </a:extLst>
          </p:cNvPr>
          <p:cNvCxnSpPr>
            <a:cxnSpLocks/>
          </p:cNvCxnSpPr>
          <p:nvPr/>
        </p:nvCxnSpPr>
        <p:spPr>
          <a:xfrm flipV="1">
            <a:off x="3291217" y="4023262"/>
            <a:ext cx="1271081" cy="63554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!!c3">
            <a:extLst>
              <a:ext uri="{FF2B5EF4-FFF2-40B4-BE49-F238E27FC236}">
                <a16:creationId xmlns:a16="http://schemas.microsoft.com/office/drawing/2014/main" id="{1C16CFC4-4D9E-2975-B19F-734CD6D42A92}"/>
              </a:ext>
            </a:extLst>
          </p:cNvPr>
          <p:cNvCxnSpPr>
            <a:cxnSpLocks/>
          </p:cNvCxnSpPr>
          <p:nvPr/>
        </p:nvCxnSpPr>
        <p:spPr>
          <a:xfrm flipH="1" flipV="1">
            <a:off x="4562298" y="4023262"/>
            <a:ext cx="165450" cy="142055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!!connector2">
            <a:extLst>
              <a:ext uri="{FF2B5EF4-FFF2-40B4-BE49-F238E27FC236}">
                <a16:creationId xmlns:a16="http://schemas.microsoft.com/office/drawing/2014/main" id="{FB642B09-C6B1-A8F1-D635-71FECECF07BA}"/>
              </a:ext>
            </a:extLst>
          </p:cNvPr>
          <p:cNvCxnSpPr>
            <a:cxnSpLocks/>
          </p:cNvCxnSpPr>
          <p:nvPr/>
        </p:nvCxnSpPr>
        <p:spPr>
          <a:xfrm flipH="1" flipV="1">
            <a:off x="4562298" y="4023262"/>
            <a:ext cx="1452664" cy="79118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connecto4">
            <a:extLst>
              <a:ext uri="{FF2B5EF4-FFF2-40B4-BE49-F238E27FC236}">
                <a16:creationId xmlns:a16="http://schemas.microsoft.com/office/drawing/2014/main" id="{4AB195F4-DDF9-7C56-A4A8-DE290F579708}"/>
              </a:ext>
            </a:extLst>
          </p:cNvPr>
          <p:cNvCxnSpPr>
            <a:cxnSpLocks/>
          </p:cNvCxnSpPr>
          <p:nvPr/>
        </p:nvCxnSpPr>
        <p:spPr>
          <a:xfrm flipH="1">
            <a:off x="4727748" y="4814445"/>
            <a:ext cx="1287214" cy="629376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!!connecto5">
            <a:extLst>
              <a:ext uri="{FF2B5EF4-FFF2-40B4-BE49-F238E27FC236}">
                <a16:creationId xmlns:a16="http://schemas.microsoft.com/office/drawing/2014/main" id="{AE5D332A-9F81-A1C6-0A8C-20C58F7E24D8}"/>
              </a:ext>
            </a:extLst>
          </p:cNvPr>
          <p:cNvCxnSpPr>
            <a:cxnSpLocks/>
          </p:cNvCxnSpPr>
          <p:nvPr/>
        </p:nvCxnSpPr>
        <p:spPr>
          <a:xfrm flipH="1" flipV="1">
            <a:off x="6014962" y="4814445"/>
            <a:ext cx="1391958" cy="408562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!!c5">
            <a:extLst>
              <a:ext uri="{FF2B5EF4-FFF2-40B4-BE49-F238E27FC236}">
                <a16:creationId xmlns:a16="http://schemas.microsoft.com/office/drawing/2014/main" id="{632A59E3-9A9B-2F6B-6AD5-9430A053B275}"/>
              </a:ext>
            </a:extLst>
          </p:cNvPr>
          <p:cNvCxnSpPr>
            <a:cxnSpLocks/>
          </p:cNvCxnSpPr>
          <p:nvPr/>
        </p:nvCxnSpPr>
        <p:spPr>
          <a:xfrm flipH="1" flipV="1">
            <a:off x="7156965" y="3841679"/>
            <a:ext cx="1541786" cy="869005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!!connector3">
            <a:extLst>
              <a:ext uri="{FF2B5EF4-FFF2-40B4-BE49-F238E27FC236}">
                <a16:creationId xmlns:a16="http://schemas.microsoft.com/office/drawing/2014/main" id="{2692B70F-2C41-A77B-7EE2-4540C4727BC7}"/>
              </a:ext>
            </a:extLst>
          </p:cNvPr>
          <p:cNvCxnSpPr>
            <a:cxnSpLocks/>
          </p:cNvCxnSpPr>
          <p:nvPr/>
        </p:nvCxnSpPr>
        <p:spPr>
          <a:xfrm flipV="1">
            <a:off x="6014962" y="3841679"/>
            <a:ext cx="1142003" cy="972766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!!c6">
            <a:extLst>
              <a:ext uri="{FF2B5EF4-FFF2-40B4-BE49-F238E27FC236}">
                <a16:creationId xmlns:a16="http://schemas.microsoft.com/office/drawing/2014/main" id="{32B6FAC8-7E41-DEA3-B08C-9C5402630563}"/>
              </a:ext>
            </a:extLst>
          </p:cNvPr>
          <p:cNvCxnSpPr>
            <a:cxnSpLocks/>
          </p:cNvCxnSpPr>
          <p:nvPr/>
        </p:nvCxnSpPr>
        <p:spPr>
          <a:xfrm flipH="1">
            <a:off x="7406920" y="4710684"/>
            <a:ext cx="1291831" cy="51232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!!c8">
            <a:extLst>
              <a:ext uri="{FF2B5EF4-FFF2-40B4-BE49-F238E27FC236}">
                <a16:creationId xmlns:a16="http://schemas.microsoft.com/office/drawing/2014/main" id="{21FAF6F8-5696-6411-10F9-0B9BCE89A2AB}"/>
              </a:ext>
            </a:extLst>
          </p:cNvPr>
          <p:cNvCxnSpPr>
            <a:cxnSpLocks/>
          </p:cNvCxnSpPr>
          <p:nvPr/>
        </p:nvCxnSpPr>
        <p:spPr>
          <a:xfrm flipH="1" flipV="1">
            <a:off x="7406920" y="5223007"/>
            <a:ext cx="1038515" cy="82360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!!c4">
            <a:extLst>
              <a:ext uri="{FF2B5EF4-FFF2-40B4-BE49-F238E27FC236}">
                <a16:creationId xmlns:a16="http://schemas.microsoft.com/office/drawing/2014/main" id="{49D00AE8-1DC7-C808-729B-7ACBF8120082}"/>
              </a:ext>
            </a:extLst>
          </p:cNvPr>
          <p:cNvCxnSpPr>
            <a:cxnSpLocks/>
          </p:cNvCxnSpPr>
          <p:nvPr/>
        </p:nvCxnSpPr>
        <p:spPr>
          <a:xfrm flipH="1" flipV="1">
            <a:off x="7156965" y="3898424"/>
            <a:ext cx="249955" cy="132458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!!c7">
            <a:extLst>
              <a:ext uri="{FF2B5EF4-FFF2-40B4-BE49-F238E27FC236}">
                <a16:creationId xmlns:a16="http://schemas.microsoft.com/office/drawing/2014/main" id="{FECB066C-2348-9F86-2FED-BD182A0BB904}"/>
              </a:ext>
            </a:extLst>
          </p:cNvPr>
          <p:cNvCxnSpPr>
            <a:cxnSpLocks/>
          </p:cNvCxnSpPr>
          <p:nvPr/>
        </p:nvCxnSpPr>
        <p:spPr>
          <a:xfrm flipV="1">
            <a:off x="8445435" y="4710684"/>
            <a:ext cx="253316" cy="133593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774D3A8-65EE-9BED-A2EE-BDEA07A78957}"/>
              </a:ext>
            </a:extLst>
          </p:cNvPr>
          <p:cNvSpPr/>
          <p:nvPr/>
        </p:nvSpPr>
        <p:spPr>
          <a:xfrm>
            <a:off x="3036560" y="4385629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DDDB9DC-FD08-6358-743E-8D4157571FD0}"/>
              </a:ext>
            </a:extLst>
          </p:cNvPr>
          <p:cNvSpPr/>
          <p:nvPr/>
        </p:nvSpPr>
        <p:spPr>
          <a:xfrm>
            <a:off x="4483059" y="5174260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1F4B060-51AB-76FA-A098-0A8DFFF2C692}"/>
              </a:ext>
            </a:extLst>
          </p:cNvPr>
          <p:cNvSpPr/>
          <p:nvPr/>
        </p:nvSpPr>
        <p:spPr>
          <a:xfrm>
            <a:off x="4305476" y="375414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A140C7-2D0A-983A-5914-1F8A580B5A0E}"/>
              </a:ext>
            </a:extLst>
          </p:cNvPr>
          <p:cNvSpPr/>
          <p:nvPr/>
        </p:nvSpPr>
        <p:spPr>
          <a:xfrm>
            <a:off x="5774084" y="4534792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904329B-C6E2-1469-A73A-60D2199F8714}"/>
              </a:ext>
            </a:extLst>
          </p:cNvPr>
          <p:cNvSpPr/>
          <p:nvPr/>
        </p:nvSpPr>
        <p:spPr>
          <a:xfrm>
            <a:off x="6900287" y="3592989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18CA0AB-D0A1-40CA-7D7D-EA3A3A3C9C54}"/>
              </a:ext>
            </a:extLst>
          </p:cNvPr>
          <p:cNvSpPr/>
          <p:nvPr/>
        </p:nvSpPr>
        <p:spPr>
          <a:xfrm>
            <a:off x="7156965" y="493718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7250579-9186-A425-1753-C4CD05690414}"/>
              </a:ext>
            </a:extLst>
          </p:cNvPr>
          <p:cNvSpPr/>
          <p:nvPr/>
        </p:nvSpPr>
        <p:spPr>
          <a:xfrm>
            <a:off x="8445435" y="4458505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3DBE238-91AB-B914-3469-6D6B5F001F27}"/>
              </a:ext>
            </a:extLst>
          </p:cNvPr>
          <p:cNvSpPr/>
          <p:nvPr/>
        </p:nvSpPr>
        <p:spPr>
          <a:xfrm>
            <a:off x="8192118" y="5766140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946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938F8-7B7B-1450-230C-1AEB383E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BFDC-AD60-585A-7013-4F189809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Networks?</a:t>
            </a:r>
          </a:p>
        </p:txBody>
      </p:sp>
      <p:sp>
        <p:nvSpPr>
          <p:cNvPr id="4" name="Content1">
            <a:extLst>
              <a:ext uri="{FF2B5EF4-FFF2-40B4-BE49-F238E27FC236}">
                <a16:creationId xmlns:a16="http://schemas.microsoft.com/office/drawing/2014/main" id="{CC54BE25-24D4-C330-B433-08F0D62B6F0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These structures allow us to: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96A08E-84C8-5631-8DBA-A6AB2486F36C}"/>
              </a:ext>
            </a:extLst>
          </p:cNvPr>
          <p:cNvSpPr txBox="1"/>
          <p:nvPr/>
        </p:nvSpPr>
        <p:spPr>
          <a:xfrm>
            <a:off x="1270000" y="208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1">
            <a:extLst>
              <a:ext uri="{FF2B5EF4-FFF2-40B4-BE49-F238E27FC236}">
                <a16:creationId xmlns:a16="http://schemas.microsoft.com/office/drawing/2014/main" id="{9FB72A8E-E907-7E20-6CA5-E63B9E9681EA}"/>
              </a:ext>
            </a:extLst>
          </p:cNvPr>
          <p:cNvSpPr txBox="1">
            <a:spLocks/>
          </p:cNvSpPr>
          <p:nvPr/>
        </p:nvSpPr>
        <p:spPr>
          <a:xfrm>
            <a:off x="838200" y="2267466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Quick integration of heterogeneous data based on relationships.</a:t>
            </a:r>
          </a:p>
        </p:txBody>
      </p:sp>
      <p:cxnSp>
        <p:nvCxnSpPr>
          <p:cNvPr id="6" name="!!c2">
            <a:extLst>
              <a:ext uri="{FF2B5EF4-FFF2-40B4-BE49-F238E27FC236}">
                <a16:creationId xmlns:a16="http://schemas.microsoft.com/office/drawing/2014/main" id="{4388C546-D7C3-F43B-70C1-1E699259998D}"/>
              </a:ext>
            </a:extLst>
          </p:cNvPr>
          <p:cNvCxnSpPr>
            <a:cxnSpLocks/>
          </p:cNvCxnSpPr>
          <p:nvPr/>
        </p:nvCxnSpPr>
        <p:spPr>
          <a:xfrm>
            <a:off x="2986417" y="4658803"/>
            <a:ext cx="1436531" cy="78501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!!c1">
            <a:extLst>
              <a:ext uri="{FF2B5EF4-FFF2-40B4-BE49-F238E27FC236}">
                <a16:creationId xmlns:a16="http://schemas.microsoft.com/office/drawing/2014/main" id="{DA806EC3-213D-B888-9BF5-037BE98D3EEA}"/>
              </a:ext>
            </a:extLst>
          </p:cNvPr>
          <p:cNvCxnSpPr>
            <a:cxnSpLocks/>
          </p:cNvCxnSpPr>
          <p:nvPr/>
        </p:nvCxnSpPr>
        <p:spPr>
          <a:xfrm flipV="1">
            <a:off x="2986417" y="4023262"/>
            <a:ext cx="1271081" cy="63554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!!c3">
            <a:extLst>
              <a:ext uri="{FF2B5EF4-FFF2-40B4-BE49-F238E27FC236}">
                <a16:creationId xmlns:a16="http://schemas.microsoft.com/office/drawing/2014/main" id="{0906C4FF-F6FA-9E97-6618-70FC9886E8A2}"/>
              </a:ext>
            </a:extLst>
          </p:cNvPr>
          <p:cNvCxnSpPr>
            <a:cxnSpLocks/>
          </p:cNvCxnSpPr>
          <p:nvPr/>
        </p:nvCxnSpPr>
        <p:spPr>
          <a:xfrm flipH="1" flipV="1">
            <a:off x="4257498" y="4023262"/>
            <a:ext cx="165450" cy="142055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!!connector2">
            <a:extLst>
              <a:ext uri="{FF2B5EF4-FFF2-40B4-BE49-F238E27FC236}">
                <a16:creationId xmlns:a16="http://schemas.microsoft.com/office/drawing/2014/main" id="{6DA8D225-0696-0897-72CD-0836ACA0240E}"/>
              </a:ext>
            </a:extLst>
          </p:cNvPr>
          <p:cNvCxnSpPr>
            <a:cxnSpLocks/>
          </p:cNvCxnSpPr>
          <p:nvPr/>
        </p:nvCxnSpPr>
        <p:spPr>
          <a:xfrm flipH="1" flipV="1">
            <a:off x="4268038" y="4023262"/>
            <a:ext cx="1746924" cy="79118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connecto4">
            <a:extLst>
              <a:ext uri="{FF2B5EF4-FFF2-40B4-BE49-F238E27FC236}">
                <a16:creationId xmlns:a16="http://schemas.microsoft.com/office/drawing/2014/main" id="{7DEBE74A-AA51-838C-0062-F0312CB9BABB}"/>
              </a:ext>
            </a:extLst>
          </p:cNvPr>
          <p:cNvCxnSpPr>
            <a:cxnSpLocks/>
          </p:cNvCxnSpPr>
          <p:nvPr/>
        </p:nvCxnSpPr>
        <p:spPr>
          <a:xfrm flipH="1">
            <a:off x="4475112" y="4814445"/>
            <a:ext cx="1539850" cy="629376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!!connecto5">
            <a:extLst>
              <a:ext uri="{FF2B5EF4-FFF2-40B4-BE49-F238E27FC236}">
                <a16:creationId xmlns:a16="http://schemas.microsoft.com/office/drawing/2014/main" id="{EE2B8BA0-BD62-C0DF-7DF1-39758057D591}"/>
              </a:ext>
            </a:extLst>
          </p:cNvPr>
          <p:cNvCxnSpPr>
            <a:cxnSpLocks/>
          </p:cNvCxnSpPr>
          <p:nvPr/>
        </p:nvCxnSpPr>
        <p:spPr>
          <a:xfrm flipH="1" flipV="1">
            <a:off x="6014962" y="4814445"/>
            <a:ext cx="1633258" cy="408562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!!c5">
            <a:extLst>
              <a:ext uri="{FF2B5EF4-FFF2-40B4-BE49-F238E27FC236}">
                <a16:creationId xmlns:a16="http://schemas.microsoft.com/office/drawing/2014/main" id="{D6A97789-7710-CC9F-92A8-6B6D0DF5B379}"/>
              </a:ext>
            </a:extLst>
          </p:cNvPr>
          <p:cNvCxnSpPr>
            <a:cxnSpLocks/>
          </p:cNvCxnSpPr>
          <p:nvPr/>
        </p:nvCxnSpPr>
        <p:spPr>
          <a:xfrm flipH="1" flipV="1">
            <a:off x="7398265" y="3841679"/>
            <a:ext cx="1541786" cy="869005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!!connector3">
            <a:extLst>
              <a:ext uri="{FF2B5EF4-FFF2-40B4-BE49-F238E27FC236}">
                <a16:creationId xmlns:a16="http://schemas.microsoft.com/office/drawing/2014/main" id="{4D771797-E596-C5BD-364E-3CA9C88C46A6}"/>
              </a:ext>
            </a:extLst>
          </p:cNvPr>
          <p:cNvCxnSpPr>
            <a:cxnSpLocks/>
          </p:cNvCxnSpPr>
          <p:nvPr/>
        </p:nvCxnSpPr>
        <p:spPr>
          <a:xfrm flipV="1">
            <a:off x="6014962" y="3898424"/>
            <a:ext cx="1391958" cy="91602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!!c6">
            <a:extLst>
              <a:ext uri="{FF2B5EF4-FFF2-40B4-BE49-F238E27FC236}">
                <a16:creationId xmlns:a16="http://schemas.microsoft.com/office/drawing/2014/main" id="{C16E34D9-DAEB-E9A9-7F19-6B84FED9E259}"/>
              </a:ext>
            </a:extLst>
          </p:cNvPr>
          <p:cNvCxnSpPr>
            <a:cxnSpLocks/>
          </p:cNvCxnSpPr>
          <p:nvPr/>
        </p:nvCxnSpPr>
        <p:spPr>
          <a:xfrm flipH="1">
            <a:off x="7648220" y="4710684"/>
            <a:ext cx="1291831" cy="51232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!!c8">
            <a:extLst>
              <a:ext uri="{FF2B5EF4-FFF2-40B4-BE49-F238E27FC236}">
                <a16:creationId xmlns:a16="http://schemas.microsoft.com/office/drawing/2014/main" id="{57FC2CA5-4523-102B-53F2-9AE437535935}"/>
              </a:ext>
            </a:extLst>
          </p:cNvPr>
          <p:cNvCxnSpPr>
            <a:cxnSpLocks/>
          </p:cNvCxnSpPr>
          <p:nvPr/>
        </p:nvCxnSpPr>
        <p:spPr>
          <a:xfrm flipH="1" flipV="1">
            <a:off x="7648220" y="5223007"/>
            <a:ext cx="1038515" cy="82360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!!c4">
            <a:extLst>
              <a:ext uri="{FF2B5EF4-FFF2-40B4-BE49-F238E27FC236}">
                <a16:creationId xmlns:a16="http://schemas.microsoft.com/office/drawing/2014/main" id="{E5C5EBCE-F214-EC8C-7855-798F72DD7DB5}"/>
              </a:ext>
            </a:extLst>
          </p:cNvPr>
          <p:cNvCxnSpPr>
            <a:cxnSpLocks/>
          </p:cNvCxnSpPr>
          <p:nvPr/>
        </p:nvCxnSpPr>
        <p:spPr>
          <a:xfrm flipH="1" flipV="1">
            <a:off x="7398265" y="3898424"/>
            <a:ext cx="249955" cy="132458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!!c7">
            <a:extLst>
              <a:ext uri="{FF2B5EF4-FFF2-40B4-BE49-F238E27FC236}">
                <a16:creationId xmlns:a16="http://schemas.microsoft.com/office/drawing/2014/main" id="{BD90D7CA-B033-D622-0F16-C1E54F8F366F}"/>
              </a:ext>
            </a:extLst>
          </p:cNvPr>
          <p:cNvCxnSpPr>
            <a:cxnSpLocks/>
          </p:cNvCxnSpPr>
          <p:nvPr/>
        </p:nvCxnSpPr>
        <p:spPr>
          <a:xfrm flipV="1">
            <a:off x="8686735" y="4710684"/>
            <a:ext cx="253316" cy="133593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A173B42-D989-2BAB-2A6A-63AC15BE3661}"/>
              </a:ext>
            </a:extLst>
          </p:cNvPr>
          <p:cNvSpPr/>
          <p:nvPr/>
        </p:nvSpPr>
        <p:spPr>
          <a:xfrm>
            <a:off x="2731760" y="4385629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CF22A3-B746-89CB-B8FA-49F6FBA3E675}"/>
              </a:ext>
            </a:extLst>
          </p:cNvPr>
          <p:cNvSpPr/>
          <p:nvPr/>
        </p:nvSpPr>
        <p:spPr>
          <a:xfrm>
            <a:off x="4178259" y="5174260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995D8C7-525F-10E1-8B5E-7F3C51F7D729}"/>
              </a:ext>
            </a:extLst>
          </p:cNvPr>
          <p:cNvSpPr/>
          <p:nvPr/>
        </p:nvSpPr>
        <p:spPr>
          <a:xfrm>
            <a:off x="4000676" y="375414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F8AD22D-6F37-459A-0D0C-C57C9F0001EF}"/>
              </a:ext>
            </a:extLst>
          </p:cNvPr>
          <p:cNvSpPr/>
          <p:nvPr/>
        </p:nvSpPr>
        <p:spPr>
          <a:xfrm>
            <a:off x="7141587" y="3592989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E128A93-1838-A4A3-F8AC-2BED568A6353}"/>
              </a:ext>
            </a:extLst>
          </p:cNvPr>
          <p:cNvSpPr/>
          <p:nvPr/>
        </p:nvSpPr>
        <p:spPr>
          <a:xfrm>
            <a:off x="7398265" y="493718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39DB8D6-23DA-F5BF-4A2E-B6F85120F9D2}"/>
              </a:ext>
            </a:extLst>
          </p:cNvPr>
          <p:cNvSpPr/>
          <p:nvPr/>
        </p:nvSpPr>
        <p:spPr>
          <a:xfrm>
            <a:off x="8686735" y="4458505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FC07A08-DC80-179F-5902-A58254595F4E}"/>
              </a:ext>
            </a:extLst>
          </p:cNvPr>
          <p:cNvSpPr/>
          <p:nvPr/>
        </p:nvSpPr>
        <p:spPr>
          <a:xfrm>
            <a:off x="8433418" y="5766140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1">
            <a:extLst>
              <a:ext uri="{FF2B5EF4-FFF2-40B4-BE49-F238E27FC236}">
                <a16:creationId xmlns:a16="http://schemas.microsoft.com/office/drawing/2014/main" id="{225E8B1A-AA0C-5551-1E41-A243C4B7F107}"/>
              </a:ext>
            </a:extLst>
          </p:cNvPr>
          <p:cNvSpPr txBox="1">
            <a:spLocks/>
          </p:cNvSpPr>
          <p:nvPr/>
        </p:nvSpPr>
        <p:spPr>
          <a:xfrm>
            <a:off x="4939456" y="3804404"/>
            <a:ext cx="1902311" cy="460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i="1" dirty="0"/>
              <a:t>Possible role of specific nodes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488211-1D82-20DA-29FE-380F289A3439}"/>
              </a:ext>
            </a:extLst>
          </p:cNvPr>
          <p:cNvSpPr/>
          <p:nvPr/>
        </p:nvSpPr>
        <p:spPr>
          <a:xfrm>
            <a:off x="5513627" y="4341750"/>
            <a:ext cx="881257" cy="881257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Content1">
            <a:extLst>
              <a:ext uri="{FF2B5EF4-FFF2-40B4-BE49-F238E27FC236}">
                <a16:creationId xmlns:a16="http://schemas.microsoft.com/office/drawing/2014/main" id="{A64C74AC-9EAD-CBD1-63AE-D46B8B6E2C5D}"/>
              </a:ext>
            </a:extLst>
          </p:cNvPr>
          <p:cNvSpPr txBox="1">
            <a:spLocks/>
          </p:cNvSpPr>
          <p:nvPr/>
        </p:nvSpPr>
        <p:spPr>
          <a:xfrm>
            <a:off x="838200" y="27334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Graph theory methods can be used to analyze and interpret data.</a:t>
            </a:r>
          </a:p>
        </p:txBody>
      </p:sp>
    </p:spTree>
    <p:extLst>
      <p:ext uri="{BB962C8B-B14F-4D97-AF65-F5344CB8AC3E}">
        <p14:creationId xmlns:p14="http://schemas.microsoft.com/office/powerpoint/2010/main" val="3168343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F1012-A3B0-4725-B87B-F6F65E41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360D0-ACB7-5AEE-E097-312EA179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Networks?</a:t>
            </a:r>
          </a:p>
        </p:txBody>
      </p:sp>
      <p:sp>
        <p:nvSpPr>
          <p:cNvPr id="4" name="Content1">
            <a:extLst>
              <a:ext uri="{FF2B5EF4-FFF2-40B4-BE49-F238E27FC236}">
                <a16:creationId xmlns:a16="http://schemas.microsoft.com/office/drawing/2014/main" id="{94B9ED35-1DB9-F135-6141-7F01B8B5CE0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These structures allow us to: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909236-7D71-DF56-B033-7848A8494BE9}"/>
              </a:ext>
            </a:extLst>
          </p:cNvPr>
          <p:cNvSpPr txBox="1"/>
          <p:nvPr/>
        </p:nvSpPr>
        <p:spPr>
          <a:xfrm>
            <a:off x="1270000" y="208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1">
            <a:extLst>
              <a:ext uri="{FF2B5EF4-FFF2-40B4-BE49-F238E27FC236}">
                <a16:creationId xmlns:a16="http://schemas.microsoft.com/office/drawing/2014/main" id="{861EB601-8788-4DFE-8FBA-3F8381A154B1}"/>
              </a:ext>
            </a:extLst>
          </p:cNvPr>
          <p:cNvSpPr txBox="1">
            <a:spLocks/>
          </p:cNvSpPr>
          <p:nvPr/>
        </p:nvSpPr>
        <p:spPr>
          <a:xfrm>
            <a:off x="838200" y="2267466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Quick integration of heterogeneous data based on relationships.</a:t>
            </a:r>
          </a:p>
        </p:txBody>
      </p:sp>
      <p:cxnSp>
        <p:nvCxnSpPr>
          <p:cNvPr id="6" name="!!c2">
            <a:extLst>
              <a:ext uri="{FF2B5EF4-FFF2-40B4-BE49-F238E27FC236}">
                <a16:creationId xmlns:a16="http://schemas.microsoft.com/office/drawing/2014/main" id="{371DEC72-BA24-D841-EE1D-923EDC6815E2}"/>
              </a:ext>
            </a:extLst>
          </p:cNvPr>
          <p:cNvCxnSpPr>
            <a:cxnSpLocks/>
          </p:cNvCxnSpPr>
          <p:nvPr/>
        </p:nvCxnSpPr>
        <p:spPr>
          <a:xfrm>
            <a:off x="3291217" y="4658803"/>
            <a:ext cx="1436531" cy="78501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!!c1">
            <a:extLst>
              <a:ext uri="{FF2B5EF4-FFF2-40B4-BE49-F238E27FC236}">
                <a16:creationId xmlns:a16="http://schemas.microsoft.com/office/drawing/2014/main" id="{DE76322F-C791-0513-5996-6321A791AC35}"/>
              </a:ext>
            </a:extLst>
          </p:cNvPr>
          <p:cNvCxnSpPr>
            <a:cxnSpLocks/>
          </p:cNvCxnSpPr>
          <p:nvPr/>
        </p:nvCxnSpPr>
        <p:spPr>
          <a:xfrm flipV="1">
            <a:off x="3291217" y="4023262"/>
            <a:ext cx="1271081" cy="63554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!!c3">
            <a:extLst>
              <a:ext uri="{FF2B5EF4-FFF2-40B4-BE49-F238E27FC236}">
                <a16:creationId xmlns:a16="http://schemas.microsoft.com/office/drawing/2014/main" id="{1E90A1FC-2DCA-E85E-16AB-A6F112AB58CC}"/>
              </a:ext>
            </a:extLst>
          </p:cNvPr>
          <p:cNvCxnSpPr>
            <a:cxnSpLocks/>
          </p:cNvCxnSpPr>
          <p:nvPr/>
        </p:nvCxnSpPr>
        <p:spPr>
          <a:xfrm flipH="1" flipV="1">
            <a:off x="4562298" y="4023262"/>
            <a:ext cx="165450" cy="1420559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!!connector2">
            <a:extLst>
              <a:ext uri="{FF2B5EF4-FFF2-40B4-BE49-F238E27FC236}">
                <a16:creationId xmlns:a16="http://schemas.microsoft.com/office/drawing/2014/main" id="{F87EFC8D-2193-6A29-3616-A0B5A262865F}"/>
              </a:ext>
            </a:extLst>
          </p:cNvPr>
          <p:cNvCxnSpPr>
            <a:cxnSpLocks/>
          </p:cNvCxnSpPr>
          <p:nvPr/>
        </p:nvCxnSpPr>
        <p:spPr>
          <a:xfrm flipH="1" flipV="1">
            <a:off x="4562298" y="4023262"/>
            <a:ext cx="1452664" cy="79118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connecto4">
            <a:extLst>
              <a:ext uri="{FF2B5EF4-FFF2-40B4-BE49-F238E27FC236}">
                <a16:creationId xmlns:a16="http://schemas.microsoft.com/office/drawing/2014/main" id="{64BAF2AA-1734-F1F9-3001-6E7A3372497D}"/>
              </a:ext>
            </a:extLst>
          </p:cNvPr>
          <p:cNvCxnSpPr>
            <a:cxnSpLocks/>
          </p:cNvCxnSpPr>
          <p:nvPr/>
        </p:nvCxnSpPr>
        <p:spPr>
          <a:xfrm flipH="1">
            <a:off x="4727748" y="4814445"/>
            <a:ext cx="1287214" cy="629376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!!connecto5">
            <a:extLst>
              <a:ext uri="{FF2B5EF4-FFF2-40B4-BE49-F238E27FC236}">
                <a16:creationId xmlns:a16="http://schemas.microsoft.com/office/drawing/2014/main" id="{65E54831-B763-40BF-22DC-E4FF28712FD1}"/>
              </a:ext>
            </a:extLst>
          </p:cNvPr>
          <p:cNvCxnSpPr>
            <a:cxnSpLocks/>
          </p:cNvCxnSpPr>
          <p:nvPr/>
        </p:nvCxnSpPr>
        <p:spPr>
          <a:xfrm flipH="1" flipV="1">
            <a:off x="6014962" y="4814445"/>
            <a:ext cx="1391958" cy="408562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!!c5">
            <a:extLst>
              <a:ext uri="{FF2B5EF4-FFF2-40B4-BE49-F238E27FC236}">
                <a16:creationId xmlns:a16="http://schemas.microsoft.com/office/drawing/2014/main" id="{FA589DFD-174B-3492-6A00-A14E156DB7D1}"/>
              </a:ext>
            </a:extLst>
          </p:cNvPr>
          <p:cNvCxnSpPr>
            <a:cxnSpLocks/>
          </p:cNvCxnSpPr>
          <p:nvPr/>
        </p:nvCxnSpPr>
        <p:spPr>
          <a:xfrm flipH="1" flipV="1">
            <a:off x="7156965" y="3841679"/>
            <a:ext cx="1541786" cy="869005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!!connector3">
            <a:extLst>
              <a:ext uri="{FF2B5EF4-FFF2-40B4-BE49-F238E27FC236}">
                <a16:creationId xmlns:a16="http://schemas.microsoft.com/office/drawing/2014/main" id="{5A9A744D-B87C-F9BE-4F8F-0069CE4CD335}"/>
              </a:ext>
            </a:extLst>
          </p:cNvPr>
          <p:cNvCxnSpPr>
            <a:cxnSpLocks/>
          </p:cNvCxnSpPr>
          <p:nvPr/>
        </p:nvCxnSpPr>
        <p:spPr>
          <a:xfrm flipV="1">
            <a:off x="6014962" y="3841679"/>
            <a:ext cx="1142003" cy="972766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!!c6">
            <a:extLst>
              <a:ext uri="{FF2B5EF4-FFF2-40B4-BE49-F238E27FC236}">
                <a16:creationId xmlns:a16="http://schemas.microsoft.com/office/drawing/2014/main" id="{9D37E34E-2A78-FE57-D6C8-EA19C2A0FA86}"/>
              </a:ext>
            </a:extLst>
          </p:cNvPr>
          <p:cNvCxnSpPr>
            <a:cxnSpLocks/>
          </p:cNvCxnSpPr>
          <p:nvPr/>
        </p:nvCxnSpPr>
        <p:spPr>
          <a:xfrm flipH="1">
            <a:off x="7406920" y="4710684"/>
            <a:ext cx="1291831" cy="51232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!!c8">
            <a:extLst>
              <a:ext uri="{FF2B5EF4-FFF2-40B4-BE49-F238E27FC236}">
                <a16:creationId xmlns:a16="http://schemas.microsoft.com/office/drawing/2014/main" id="{97384033-CD26-ECAF-D5EB-C358873D18B7}"/>
              </a:ext>
            </a:extLst>
          </p:cNvPr>
          <p:cNvCxnSpPr>
            <a:cxnSpLocks/>
          </p:cNvCxnSpPr>
          <p:nvPr/>
        </p:nvCxnSpPr>
        <p:spPr>
          <a:xfrm flipH="1" flipV="1">
            <a:off x="7406920" y="5223007"/>
            <a:ext cx="1038515" cy="82360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!!c4">
            <a:extLst>
              <a:ext uri="{FF2B5EF4-FFF2-40B4-BE49-F238E27FC236}">
                <a16:creationId xmlns:a16="http://schemas.microsoft.com/office/drawing/2014/main" id="{F74A9DA2-FA99-EB72-3EDD-BD11F5626215}"/>
              </a:ext>
            </a:extLst>
          </p:cNvPr>
          <p:cNvCxnSpPr>
            <a:cxnSpLocks/>
          </p:cNvCxnSpPr>
          <p:nvPr/>
        </p:nvCxnSpPr>
        <p:spPr>
          <a:xfrm flipH="1" flipV="1">
            <a:off x="7156965" y="3898424"/>
            <a:ext cx="249955" cy="132458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!!c7">
            <a:extLst>
              <a:ext uri="{FF2B5EF4-FFF2-40B4-BE49-F238E27FC236}">
                <a16:creationId xmlns:a16="http://schemas.microsoft.com/office/drawing/2014/main" id="{CA42B72C-D01A-4C45-1117-B52BF2EBA159}"/>
              </a:ext>
            </a:extLst>
          </p:cNvPr>
          <p:cNvCxnSpPr>
            <a:cxnSpLocks/>
          </p:cNvCxnSpPr>
          <p:nvPr/>
        </p:nvCxnSpPr>
        <p:spPr>
          <a:xfrm flipV="1">
            <a:off x="8445435" y="4710684"/>
            <a:ext cx="253316" cy="133593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E6E6220-C996-0DA8-71CB-018F3318F022}"/>
              </a:ext>
            </a:extLst>
          </p:cNvPr>
          <p:cNvSpPr/>
          <p:nvPr/>
        </p:nvSpPr>
        <p:spPr>
          <a:xfrm>
            <a:off x="3036560" y="4385629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7D754E5-677E-1908-6200-94082A522C1D}"/>
              </a:ext>
            </a:extLst>
          </p:cNvPr>
          <p:cNvSpPr/>
          <p:nvPr/>
        </p:nvSpPr>
        <p:spPr>
          <a:xfrm>
            <a:off x="4483059" y="5174260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52A2A1-A2A6-F469-762E-C7B3545C2233}"/>
              </a:ext>
            </a:extLst>
          </p:cNvPr>
          <p:cNvSpPr/>
          <p:nvPr/>
        </p:nvSpPr>
        <p:spPr>
          <a:xfrm>
            <a:off x="4305476" y="375414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16BA037-78DE-8A6D-E99A-B2CB88757934}"/>
              </a:ext>
            </a:extLst>
          </p:cNvPr>
          <p:cNvSpPr/>
          <p:nvPr/>
        </p:nvSpPr>
        <p:spPr>
          <a:xfrm>
            <a:off x="5774084" y="4534792"/>
            <a:ext cx="506633" cy="506633"/>
          </a:xfrm>
          <a:prstGeom prst="ellipse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20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 w="28575">
            <a:solidFill>
              <a:schemeClr val="tx2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3B42958-E940-7D00-381C-649AD91BD49A}"/>
              </a:ext>
            </a:extLst>
          </p:cNvPr>
          <p:cNvSpPr/>
          <p:nvPr/>
        </p:nvSpPr>
        <p:spPr>
          <a:xfrm>
            <a:off x="6900287" y="3592989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5A8DC49-58B2-E5BE-EBD4-FEBAB96075F1}"/>
              </a:ext>
            </a:extLst>
          </p:cNvPr>
          <p:cNvSpPr/>
          <p:nvPr/>
        </p:nvSpPr>
        <p:spPr>
          <a:xfrm>
            <a:off x="7156965" y="493718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56E1F14-2772-812B-8CA7-1019ACFF7582}"/>
              </a:ext>
            </a:extLst>
          </p:cNvPr>
          <p:cNvSpPr/>
          <p:nvPr/>
        </p:nvSpPr>
        <p:spPr>
          <a:xfrm>
            <a:off x="8445435" y="4458505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B7F20E4-E9C8-6959-A282-57303AA9DAB8}"/>
              </a:ext>
            </a:extLst>
          </p:cNvPr>
          <p:cNvSpPr/>
          <p:nvPr/>
        </p:nvSpPr>
        <p:spPr>
          <a:xfrm>
            <a:off x="8192118" y="5766140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06EE2DD-70EE-9D9F-ADB7-605B95E6AE79}"/>
              </a:ext>
            </a:extLst>
          </p:cNvPr>
          <p:cNvSpPr/>
          <p:nvPr/>
        </p:nvSpPr>
        <p:spPr>
          <a:xfrm>
            <a:off x="2895976" y="3641875"/>
            <a:ext cx="2287418" cy="2168043"/>
          </a:xfrm>
          <a:custGeom>
            <a:avLst/>
            <a:gdLst>
              <a:gd name="csX0" fmla="*/ 1904743 w 2429107"/>
              <a:gd name="csY0" fmla="*/ 39956 h 2456869"/>
              <a:gd name="csX1" fmla="*/ 273166 w 2429107"/>
              <a:gd name="csY1" fmla="*/ 625650 h 2456869"/>
              <a:gd name="csX2" fmla="*/ 171566 w 2429107"/>
              <a:gd name="csY2" fmla="*/ 1450403 h 2456869"/>
              <a:gd name="csX3" fmla="*/ 1994390 w 2429107"/>
              <a:gd name="csY3" fmla="*/ 2388709 h 2456869"/>
              <a:gd name="csX4" fmla="*/ 2424696 w 2429107"/>
              <a:gd name="csY4" fmla="*/ 2149650 h 2456869"/>
              <a:gd name="csX5" fmla="*/ 2197590 w 2429107"/>
              <a:gd name="csY5" fmla="*/ 284991 h 2456869"/>
              <a:gd name="csX6" fmla="*/ 1904743 w 2429107"/>
              <a:gd name="csY6" fmla="*/ 39956 h 2456869"/>
              <a:gd name="csX0" fmla="*/ 1716635 w 2420899"/>
              <a:gd name="csY0" fmla="*/ 58587 h 2415736"/>
              <a:gd name="csX1" fmla="*/ 264352 w 2420899"/>
              <a:gd name="csY1" fmla="*/ 584517 h 2415736"/>
              <a:gd name="csX2" fmla="*/ 162752 w 2420899"/>
              <a:gd name="csY2" fmla="*/ 1409270 h 2415736"/>
              <a:gd name="csX3" fmla="*/ 1985576 w 2420899"/>
              <a:gd name="csY3" fmla="*/ 2347576 h 2415736"/>
              <a:gd name="csX4" fmla="*/ 2415882 w 2420899"/>
              <a:gd name="csY4" fmla="*/ 2108517 h 2415736"/>
              <a:gd name="csX5" fmla="*/ 2188776 w 2420899"/>
              <a:gd name="csY5" fmla="*/ 243858 h 2415736"/>
              <a:gd name="csX6" fmla="*/ 1716635 w 2420899"/>
              <a:gd name="csY6" fmla="*/ 58587 h 2415736"/>
              <a:gd name="csX0" fmla="*/ 1716635 w 2422441"/>
              <a:gd name="csY0" fmla="*/ 637 h 2357786"/>
              <a:gd name="csX1" fmla="*/ 264352 w 2422441"/>
              <a:gd name="csY1" fmla="*/ 526567 h 2357786"/>
              <a:gd name="csX2" fmla="*/ 162752 w 2422441"/>
              <a:gd name="csY2" fmla="*/ 1351320 h 2357786"/>
              <a:gd name="csX3" fmla="*/ 1985576 w 2422441"/>
              <a:gd name="csY3" fmla="*/ 2289626 h 2357786"/>
              <a:gd name="csX4" fmla="*/ 2415882 w 2422441"/>
              <a:gd name="csY4" fmla="*/ 2050567 h 2357786"/>
              <a:gd name="csX5" fmla="*/ 2230611 w 2422441"/>
              <a:gd name="csY5" fmla="*/ 460826 h 2357786"/>
              <a:gd name="csX6" fmla="*/ 1716635 w 2422441"/>
              <a:gd name="csY6" fmla="*/ 637 h 2357786"/>
              <a:gd name="csX0" fmla="*/ 1714053 w 2419859"/>
              <a:gd name="csY0" fmla="*/ 637 h 2318620"/>
              <a:gd name="csX1" fmla="*/ 261770 w 2419859"/>
              <a:gd name="csY1" fmla="*/ 526567 h 2318620"/>
              <a:gd name="csX2" fmla="*/ 160170 w 2419859"/>
              <a:gd name="csY2" fmla="*/ 1351320 h 2318620"/>
              <a:gd name="csX3" fmla="*/ 1947136 w 2419859"/>
              <a:gd name="csY3" fmla="*/ 2229861 h 2318620"/>
              <a:gd name="csX4" fmla="*/ 2413300 w 2419859"/>
              <a:gd name="csY4" fmla="*/ 2050567 h 2318620"/>
              <a:gd name="csX5" fmla="*/ 2228029 w 2419859"/>
              <a:gd name="csY5" fmla="*/ 460826 h 2318620"/>
              <a:gd name="csX6" fmla="*/ 1714053 w 2419859"/>
              <a:gd name="csY6" fmla="*/ 637 h 2318620"/>
              <a:gd name="csX0" fmla="*/ 1714053 w 2363722"/>
              <a:gd name="csY0" fmla="*/ 481 h 2243932"/>
              <a:gd name="csX1" fmla="*/ 261770 w 2363722"/>
              <a:gd name="csY1" fmla="*/ 526411 h 2243932"/>
              <a:gd name="csX2" fmla="*/ 160170 w 2363722"/>
              <a:gd name="csY2" fmla="*/ 1351164 h 2243932"/>
              <a:gd name="csX3" fmla="*/ 1947136 w 2363722"/>
              <a:gd name="csY3" fmla="*/ 2229705 h 2243932"/>
              <a:gd name="csX4" fmla="*/ 2353536 w 2363722"/>
              <a:gd name="csY4" fmla="*/ 1763541 h 2243932"/>
              <a:gd name="csX5" fmla="*/ 2228029 w 2363722"/>
              <a:gd name="csY5" fmla="*/ 460670 h 2243932"/>
              <a:gd name="csX6" fmla="*/ 1714053 w 2363722"/>
              <a:gd name="csY6" fmla="*/ 481 h 2243932"/>
              <a:gd name="csX0" fmla="*/ 1710186 w 2359855"/>
              <a:gd name="csY0" fmla="*/ 481 h 2188092"/>
              <a:gd name="csX1" fmla="*/ 257903 w 2359855"/>
              <a:gd name="csY1" fmla="*/ 526411 h 2188092"/>
              <a:gd name="csX2" fmla="*/ 156303 w 2359855"/>
              <a:gd name="csY2" fmla="*/ 1351164 h 2188092"/>
              <a:gd name="csX3" fmla="*/ 1889481 w 2359855"/>
              <a:gd name="csY3" fmla="*/ 2169940 h 2188092"/>
              <a:gd name="csX4" fmla="*/ 2349669 w 2359855"/>
              <a:gd name="csY4" fmla="*/ 1763541 h 2188092"/>
              <a:gd name="csX5" fmla="*/ 2224162 w 2359855"/>
              <a:gd name="csY5" fmla="*/ 460670 h 2188092"/>
              <a:gd name="csX6" fmla="*/ 1710186 w 2359855"/>
              <a:gd name="csY6" fmla="*/ 481 h 2188092"/>
              <a:gd name="csX0" fmla="*/ 1710186 w 2354447"/>
              <a:gd name="csY0" fmla="*/ 464 h 2182941"/>
              <a:gd name="csX1" fmla="*/ 257903 w 2354447"/>
              <a:gd name="csY1" fmla="*/ 526394 h 2182941"/>
              <a:gd name="csX2" fmla="*/ 156303 w 2354447"/>
              <a:gd name="csY2" fmla="*/ 1351147 h 2182941"/>
              <a:gd name="csX3" fmla="*/ 1889481 w 2354447"/>
              <a:gd name="csY3" fmla="*/ 2169923 h 2182941"/>
              <a:gd name="csX4" fmla="*/ 2343692 w 2354447"/>
              <a:gd name="csY4" fmla="*/ 1721689 h 2182941"/>
              <a:gd name="csX5" fmla="*/ 2224162 w 2354447"/>
              <a:gd name="csY5" fmla="*/ 460653 h 2182941"/>
              <a:gd name="csX6" fmla="*/ 1710186 w 2354447"/>
              <a:gd name="csY6" fmla="*/ 464 h 2182941"/>
              <a:gd name="csX0" fmla="*/ 1610002 w 2351833"/>
              <a:gd name="csY0" fmla="*/ 476 h 2176977"/>
              <a:gd name="csX1" fmla="*/ 253342 w 2351833"/>
              <a:gd name="csY1" fmla="*/ 520430 h 2176977"/>
              <a:gd name="csX2" fmla="*/ 151742 w 2351833"/>
              <a:gd name="csY2" fmla="*/ 1345183 h 2176977"/>
              <a:gd name="csX3" fmla="*/ 1884920 w 2351833"/>
              <a:gd name="csY3" fmla="*/ 2163959 h 2176977"/>
              <a:gd name="csX4" fmla="*/ 2339131 w 2351833"/>
              <a:gd name="csY4" fmla="*/ 1715725 h 2176977"/>
              <a:gd name="csX5" fmla="*/ 2219601 w 2351833"/>
              <a:gd name="csY5" fmla="*/ 454689 h 2176977"/>
              <a:gd name="csX6" fmla="*/ 1610002 w 2351833"/>
              <a:gd name="csY6" fmla="*/ 476 h 2176977"/>
              <a:gd name="csX0" fmla="*/ 1589201 w 2331032"/>
              <a:gd name="csY0" fmla="*/ 325 h 2176826"/>
              <a:gd name="csX1" fmla="*/ 286329 w 2331032"/>
              <a:gd name="csY1" fmla="*/ 508326 h 2176826"/>
              <a:gd name="csX2" fmla="*/ 130941 w 2331032"/>
              <a:gd name="csY2" fmla="*/ 1345032 h 2176826"/>
              <a:gd name="csX3" fmla="*/ 1864119 w 2331032"/>
              <a:gd name="csY3" fmla="*/ 2163808 h 2176826"/>
              <a:gd name="csX4" fmla="*/ 2318330 w 2331032"/>
              <a:gd name="csY4" fmla="*/ 1715574 h 2176826"/>
              <a:gd name="csX5" fmla="*/ 2198800 w 2331032"/>
              <a:gd name="csY5" fmla="*/ 454538 h 2176826"/>
              <a:gd name="csX6" fmla="*/ 1589201 w 2331032"/>
              <a:gd name="csY6" fmla="*/ 325 h 2176826"/>
              <a:gd name="csX0" fmla="*/ 1545587 w 2287418"/>
              <a:gd name="csY0" fmla="*/ 325 h 2177451"/>
              <a:gd name="csX1" fmla="*/ 242715 w 2287418"/>
              <a:gd name="csY1" fmla="*/ 508326 h 2177451"/>
              <a:gd name="csX2" fmla="*/ 147092 w 2287418"/>
              <a:gd name="csY2" fmla="*/ 1333079 h 2177451"/>
              <a:gd name="csX3" fmla="*/ 1820505 w 2287418"/>
              <a:gd name="csY3" fmla="*/ 2163808 h 2177451"/>
              <a:gd name="csX4" fmla="*/ 2274716 w 2287418"/>
              <a:gd name="csY4" fmla="*/ 1715574 h 2177451"/>
              <a:gd name="csX5" fmla="*/ 2155186 w 2287418"/>
              <a:gd name="csY5" fmla="*/ 454538 h 2177451"/>
              <a:gd name="csX6" fmla="*/ 1545587 w 2287418"/>
              <a:gd name="csY6" fmla="*/ 325 h 2177451"/>
              <a:gd name="csX0" fmla="*/ 1545587 w 2287418"/>
              <a:gd name="csY0" fmla="*/ 291 h 2168043"/>
              <a:gd name="csX1" fmla="*/ 242715 w 2287418"/>
              <a:gd name="csY1" fmla="*/ 508292 h 2168043"/>
              <a:gd name="csX2" fmla="*/ 147092 w 2287418"/>
              <a:gd name="csY2" fmla="*/ 1333045 h 2168043"/>
              <a:gd name="csX3" fmla="*/ 1820505 w 2287418"/>
              <a:gd name="csY3" fmla="*/ 2163774 h 2168043"/>
              <a:gd name="csX4" fmla="*/ 2274716 w 2287418"/>
              <a:gd name="csY4" fmla="*/ 1584058 h 2168043"/>
              <a:gd name="csX5" fmla="*/ 2155186 w 2287418"/>
              <a:gd name="csY5" fmla="*/ 454504 h 2168043"/>
              <a:gd name="csX6" fmla="*/ 1545587 w 2287418"/>
              <a:gd name="csY6" fmla="*/ 291 h 216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87418" h="2168043">
                <a:moveTo>
                  <a:pt x="1545587" y="291"/>
                </a:moveTo>
                <a:cubicBezTo>
                  <a:pt x="1226842" y="9256"/>
                  <a:pt x="475797" y="286166"/>
                  <a:pt x="242715" y="508292"/>
                </a:cubicBezTo>
                <a:cubicBezTo>
                  <a:pt x="9633" y="730418"/>
                  <a:pt x="-115873" y="1057131"/>
                  <a:pt x="147092" y="1333045"/>
                </a:cubicBezTo>
                <a:cubicBezTo>
                  <a:pt x="410057" y="1608959"/>
                  <a:pt x="1465901" y="2121939"/>
                  <a:pt x="1820505" y="2163774"/>
                </a:cubicBezTo>
                <a:cubicBezTo>
                  <a:pt x="2175109" y="2205609"/>
                  <a:pt x="2240849" y="1934678"/>
                  <a:pt x="2274716" y="1584058"/>
                </a:cubicBezTo>
                <a:cubicBezTo>
                  <a:pt x="2308583" y="1233438"/>
                  <a:pt x="2276707" y="718465"/>
                  <a:pt x="2155186" y="454504"/>
                </a:cubicBezTo>
                <a:cubicBezTo>
                  <a:pt x="2033665" y="190543"/>
                  <a:pt x="1864332" y="-8674"/>
                  <a:pt x="1545587" y="291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DDD7E7B-214A-2AB8-EDA6-BE0395D5BF03}"/>
              </a:ext>
            </a:extLst>
          </p:cNvPr>
          <p:cNvSpPr/>
          <p:nvPr/>
        </p:nvSpPr>
        <p:spPr>
          <a:xfrm>
            <a:off x="6715602" y="3445571"/>
            <a:ext cx="2411663" cy="2985876"/>
          </a:xfrm>
          <a:custGeom>
            <a:avLst/>
            <a:gdLst>
              <a:gd name="csX0" fmla="*/ 1953145 w 2547455"/>
              <a:gd name="csY0" fmla="*/ 3005930 h 3065919"/>
              <a:gd name="csX1" fmla="*/ 2240015 w 2547455"/>
              <a:gd name="csY1" fmla="*/ 2766871 h 3065919"/>
              <a:gd name="csX2" fmla="*/ 2461145 w 2547455"/>
              <a:gd name="csY2" fmla="*/ 1111389 h 3065919"/>
              <a:gd name="csX3" fmla="*/ 692109 w 2547455"/>
              <a:gd name="csY3" fmla="*/ 41600 h 3065919"/>
              <a:gd name="csX4" fmla="*/ 10792 w 2547455"/>
              <a:gd name="csY4" fmla="*/ 400189 h 3065919"/>
              <a:gd name="csX5" fmla="*/ 399262 w 2547455"/>
              <a:gd name="csY5" fmla="*/ 2067624 h 3065919"/>
              <a:gd name="csX6" fmla="*/ 1953145 w 2547455"/>
              <a:gd name="csY6" fmla="*/ 3005930 h 3065919"/>
              <a:gd name="csX0" fmla="*/ 1598003 w 2553271"/>
              <a:gd name="csY0" fmla="*/ 2940189 h 3017309"/>
              <a:gd name="csX1" fmla="*/ 2237485 w 2553271"/>
              <a:gd name="csY1" fmla="*/ 2766871 h 3017309"/>
              <a:gd name="csX2" fmla="*/ 2458615 w 2553271"/>
              <a:gd name="csY2" fmla="*/ 1111389 h 3017309"/>
              <a:gd name="csX3" fmla="*/ 689579 w 2553271"/>
              <a:gd name="csY3" fmla="*/ 41600 h 3017309"/>
              <a:gd name="csX4" fmla="*/ 8262 w 2553271"/>
              <a:gd name="csY4" fmla="*/ 400189 h 3017309"/>
              <a:gd name="csX5" fmla="*/ 396732 w 2553271"/>
              <a:gd name="csY5" fmla="*/ 2067624 h 3017309"/>
              <a:gd name="csX6" fmla="*/ 1598003 w 2553271"/>
              <a:gd name="csY6" fmla="*/ 2940189 h 3017309"/>
              <a:gd name="csX0" fmla="*/ 1598003 w 2547655"/>
              <a:gd name="csY0" fmla="*/ 2940189 h 2996856"/>
              <a:gd name="csX1" fmla="*/ 2213579 w 2547655"/>
              <a:gd name="csY1" fmla="*/ 2713082 h 2996856"/>
              <a:gd name="csX2" fmla="*/ 2458615 w 2547655"/>
              <a:gd name="csY2" fmla="*/ 1111389 h 2996856"/>
              <a:gd name="csX3" fmla="*/ 689579 w 2547655"/>
              <a:gd name="csY3" fmla="*/ 41600 h 2996856"/>
              <a:gd name="csX4" fmla="*/ 8262 w 2547655"/>
              <a:gd name="csY4" fmla="*/ 400189 h 2996856"/>
              <a:gd name="csX5" fmla="*/ 396732 w 2547655"/>
              <a:gd name="csY5" fmla="*/ 2067624 h 2996856"/>
              <a:gd name="csX6" fmla="*/ 1598003 w 2547655"/>
              <a:gd name="csY6" fmla="*/ 2940189 h 2996856"/>
              <a:gd name="csX0" fmla="*/ 1598003 w 2471761"/>
              <a:gd name="csY0" fmla="*/ 2934865 h 2994508"/>
              <a:gd name="csX1" fmla="*/ 2213579 w 2471761"/>
              <a:gd name="csY1" fmla="*/ 2707758 h 2994508"/>
              <a:gd name="csX2" fmla="*/ 2368968 w 2471761"/>
              <a:gd name="csY2" fmla="*/ 1028371 h 2994508"/>
              <a:gd name="csX3" fmla="*/ 689579 w 2471761"/>
              <a:gd name="csY3" fmla="*/ 36276 h 2994508"/>
              <a:gd name="csX4" fmla="*/ 8262 w 2471761"/>
              <a:gd name="csY4" fmla="*/ 394865 h 2994508"/>
              <a:gd name="csX5" fmla="*/ 396732 w 2471761"/>
              <a:gd name="csY5" fmla="*/ 2062300 h 2994508"/>
              <a:gd name="csX6" fmla="*/ 1598003 w 2471761"/>
              <a:gd name="csY6" fmla="*/ 2934865 h 2994508"/>
              <a:gd name="csX0" fmla="*/ 1540520 w 2414278"/>
              <a:gd name="csY0" fmla="*/ 2925348 h 2984991"/>
              <a:gd name="csX1" fmla="*/ 2156096 w 2414278"/>
              <a:gd name="csY1" fmla="*/ 2698241 h 2984991"/>
              <a:gd name="csX2" fmla="*/ 2311485 w 2414278"/>
              <a:gd name="csY2" fmla="*/ 1018854 h 2984991"/>
              <a:gd name="csX3" fmla="*/ 632096 w 2414278"/>
              <a:gd name="csY3" fmla="*/ 26759 h 2984991"/>
              <a:gd name="csX4" fmla="*/ 10544 w 2414278"/>
              <a:gd name="csY4" fmla="*/ 439136 h 2984991"/>
              <a:gd name="csX5" fmla="*/ 339249 w 2414278"/>
              <a:gd name="csY5" fmla="*/ 2052783 h 2984991"/>
              <a:gd name="csX6" fmla="*/ 1540520 w 2414278"/>
              <a:gd name="csY6" fmla="*/ 2925348 h 2984991"/>
              <a:gd name="csX0" fmla="*/ 1537905 w 2411663"/>
              <a:gd name="csY0" fmla="*/ 2925348 h 2985876"/>
              <a:gd name="csX1" fmla="*/ 2153481 w 2411663"/>
              <a:gd name="csY1" fmla="*/ 2698241 h 2985876"/>
              <a:gd name="csX2" fmla="*/ 2308870 w 2411663"/>
              <a:gd name="csY2" fmla="*/ 1018854 h 2985876"/>
              <a:gd name="csX3" fmla="*/ 629481 w 2411663"/>
              <a:gd name="csY3" fmla="*/ 26759 h 2985876"/>
              <a:gd name="csX4" fmla="*/ 7929 w 2411663"/>
              <a:gd name="csY4" fmla="*/ 439136 h 2985876"/>
              <a:gd name="csX5" fmla="*/ 396398 w 2411663"/>
              <a:gd name="csY5" fmla="*/ 2040830 h 2985876"/>
              <a:gd name="csX6" fmla="*/ 1537905 w 2411663"/>
              <a:gd name="csY6" fmla="*/ 2925348 h 29858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11663" h="2985876">
                <a:moveTo>
                  <a:pt x="1537905" y="2925348"/>
                </a:moveTo>
                <a:cubicBezTo>
                  <a:pt x="1830752" y="3034917"/>
                  <a:pt x="2024987" y="3015990"/>
                  <a:pt x="2153481" y="2698241"/>
                </a:cubicBezTo>
                <a:cubicBezTo>
                  <a:pt x="2281975" y="2380492"/>
                  <a:pt x="2562870" y="1464101"/>
                  <a:pt x="2308870" y="1018854"/>
                </a:cubicBezTo>
                <a:cubicBezTo>
                  <a:pt x="2054870" y="573607"/>
                  <a:pt x="1012971" y="123379"/>
                  <a:pt x="629481" y="26759"/>
                </a:cubicBezTo>
                <a:cubicBezTo>
                  <a:pt x="245991" y="-69861"/>
                  <a:pt x="56737" y="101465"/>
                  <a:pt x="7929" y="439136"/>
                </a:cubicBezTo>
                <a:cubicBezTo>
                  <a:pt x="-40879" y="776807"/>
                  <a:pt x="141402" y="1626461"/>
                  <a:pt x="396398" y="2040830"/>
                </a:cubicBezTo>
                <a:cubicBezTo>
                  <a:pt x="651394" y="2455199"/>
                  <a:pt x="1245058" y="2815779"/>
                  <a:pt x="1537905" y="2925348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1">
            <a:extLst>
              <a:ext uri="{FF2B5EF4-FFF2-40B4-BE49-F238E27FC236}">
                <a16:creationId xmlns:a16="http://schemas.microsoft.com/office/drawing/2014/main" id="{A98E9585-3B49-E8B1-2A0E-6A09D4153303}"/>
              </a:ext>
            </a:extLst>
          </p:cNvPr>
          <p:cNvSpPr txBox="1">
            <a:spLocks/>
          </p:cNvSpPr>
          <p:nvPr/>
        </p:nvSpPr>
        <p:spPr>
          <a:xfrm>
            <a:off x="5106297" y="5213633"/>
            <a:ext cx="1902311" cy="460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i="1" dirty="0"/>
              <a:t>Identification of clusters</a:t>
            </a:r>
          </a:p>
        </p:txBody>
      </p:sp>
      <p:sp>
        <p:nvSpPr>
          <p:cNvPr id="20" name="Content1">
            <a:extLst>
              <a:ext uri="{FF2B5EF4-FFF2-40B4-BE49-F238E27FC236}">
                <a16:creationId xmlns:a16="http://schemas.microsoft.com/office/drawing/2014/main" id="{96A8AEE4-DEDB-817A-B32B-88D517B0341A}"/>
              </a:ext>
            </a:extLst>
          </p:cNvPr>
          <p:cNvSpPr txBox="1">
            <a:spLocks/>
          </p:cNvSpPr>
          <p:nvPr/>
        </p:nvSpPr>
        <p:spPr>
          <a:xfrm>
            <a:off x="838200" y="27334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Graph theory methods can be used to analyze and interpret data.</a:t>
            </a:r>
          </a:p>
        </p:txBody>
      </p:sp>
    </p:spTree>
    <p:extLst>
      <p:ext uri="{BB962C8B-B14F-4D97-AF65-F5344CB8AC3E}">
        <p14:creationId xmlns:p14="http://schemas.microsoft.com/office/powerpoint/2010/main" val="1719015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0DD5-E8CF-E06A-C66C-BFE6CCDB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A7C7-2473-FCCF-19CD-E49CCB59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Networks?</a:t>
            </a:r>
          </a:p>
        </p:txBody>
      </p:sp>
      <p:sp>
        <p:nvSpPr>
          <p:cNvPr id="4" name="Content1">
            <a:extLst>
              <a:ext uri="{FF2B5EF4-FFF2-40B4-BE49-F238E27FC236}">
                <a16:creationId xmlns:a16="http://schemas.microsoft.com/office/drawing/2014/main" id="{42D1C571-E605-C60E-25FA-1F6E0E42059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These structures allow us to: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5AD684-0A75-AA45-E217-F1C4A155F292}"/>
              </a:ext>
            </a:extLst>
          </p:cNvPr>
          <p:cNvSpPr txBox="1"/>
          <p:nvPr/>
        </p:nvSpPr>
        <p:spPr>
          <a:xfrm>
            <a:off x="1270000" y="208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1">
            <a:extLst>
              <a:ext uri="{FF2B5EF4-FFF2-40B4-BE49-F238E27FC236}">
                <a16:creationId xmlns:a16="http://schemas.microsoft.com/office/drawing/2014/main" id="{E0B49EC5-305D-A96A-05B7-75F898BE9629}"/>
              </a:ext>
            </a:extLst>
          </p:cNvPr>
          <p:cNvSpPr txBox="1">
            <a:spLocks/>
          </p:cNvSpPr>
          <p:nvPr/>
        </p:nvSpPr>
        <p:spPr>
          <a:xfrm>
            <a:off x="838200" y="2267466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Quick integration of heterogeneous data based on relationships.</a:t>
            </a:r>
          </a:p>
        </p:txBody>
      </p:sp>
      <p:cxnSp>
        <p:nvCxnSpPr>
          <p:cNvPr id="6" name="!!c2">
            <a:extLst>
              <a:ext uri="{FF2B5EF4-FFF2-40B4-BE49-F238E27FC236}">
                <a16:creationId xmlns:a16="http://schemas.microsoft.com/office/drawing/2014/main" id="{9C7F5E6C-F7AC-8945-5C30-50D72961BCED}"/>
              </a:ext>
            </a:extLst>
          </p:cNvPr>
          <p:cNvCxnSpPr>
            <a:cxnSpLocks/>
          </p:cNvCxnSpPr>
          <p:nvPr/>
        </p:nvCxnSpPr>
        <p:spPr>
          <a:xfrm>
            <a:off x="3291217" y="4658803"/>
            <a:ext cx="1141083" cy="643447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!!c1">
            <a:extLst>
              <a:ext uri="{FF2B5EF4-FFF2-40B4-BE49-F238E27FC236}">
                <a16:creationId xmlns:a16="http://schemas.microsoft.com/office/drawing/2014/main" id="{E63817D3-21E0-B6D8-4A01-BFEF69D72FDA}"/>
              </a:ext>
            </a:extLst>
          </p:cNvPr>
          <p:cNvCxnSpPr>
            <a:cxnSpLocks/>
          </p:cNvCxnSpPr>
          <p:nvPr/>
        </p:nvCxnSpPr>
        <p:spPr>
          <a:xfrm flipV="1">
            <a:off x="3291217" y="4159250"/>
            <a:ext cx="956933" cy="499553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!!c3">
            <a:extLst>
              <a:ext uri="{FF2B5EF4-FFF2-40B4-BE49-F238E27FC236}">
                <a16:creationId xmlns:a16="http://schemas.microsoft.com/office/drawing/2014/main" id="{495C245C-3175-35A1-C9C7-BD0046186C42}"/>
              </a:ext>
            </a:extLst>
          </p:cNvPr>
          <p:cNvCxnSpPr>
            <a:cxnSpLocks/>
          </p:cNvCxnSpPr>
          <p:nvPr/>
        </p:nvCxnSpPr>
        <p:spPr>
          <a:xfrm flipH="1" flipV="1">
            <a:off x="4562298" y="4330700"/>
            <a:ext cx="165450" cy="1113121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!!connector2">
            <a:extLst>
              <a:ext uri="{FF2B5EF4-FFF2-40B4-BE49-F238E27FC236}">
                <a16:creationId xmlns:a16="http://schemas.microsoft.com/office/drawing/2014/main" id="{90916541-5295-E4E7-B7F5-9020AFF7FD50}"/>
              </a:ext>
            </a:extLst>
          </p:cNvPr>
          <p:cNvCxnSpPr>
            <a:cxnSpLocks/>
          </p:cNvCxnSpPr>
          <p:nvPr/>
        </p:nvCxnSpPr>
        <p:spPr>
          <a:xfrm flipH="1" flipV="1">
            <a:off x="4562298" y="4023262"/>
            <a:ext cx="1133652" cy="635541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connecto4">
            <a:extLst>
              <a:ext uri="{FF2B5EF4-FFF2-40B4-BE49-F238E27FC236}">
                <a16:creationId xmlns:a16="http://schemas.microsoft.com/office/drawing/2014/main" id="{4EC29CC8-FE7D-313C-ED9E-9CD9085821C1}"/>
              </a:ext>
            </a:extLst>
          </p:cNvPr>
          <p:cNvCxnSpPr>
            <a:cxnSpLocks/>
          </p:cNvCxnSpPr>
          <p:nvPr/>
        </p:nvCxnSpPr>
        <p:spPr>
          <a:xfrm flipH="1">
            <a:off x="5035036" y="4814445"/>
            <a:ext cx="979926" cy="487805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!!connecto5">
            <a:extLst>
              <a:ext uri="{FF2B5EF4-FFF2-40B4-BE49-F238E27FC236}">
                <a16:creationId xmlns:a16="http://schemas.microsoft.com/office/drawing/2014/main" id="{707D8B24-EEDB-3398-6924-94C5FAC22034}"/>
              </a:ext>
            </a:extLst>
          </p:cNvPr>
          <p:cNvCxnSpPr>
            <a:cxnSpLocks/>
          </p:cNvCxnSpPr>
          <p:nvPr/>
        </p:nvCxnSpPr>
        <p:spPr>
          <a:xfrm flipH="1" flipV="1">
            <a:off x="6337300" y="4892262"/>
            <a:ext cx="1069620" cy="330745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!!c5">
            <a:extLst>
              <a:ext uri="{FF2B5EF4-FFF2-40B4-BE49-F238E27FC236}">
                <a16:creationId xmlns:a16="http://schemas.microsoft.com/office/drawing/2014/main" id="{930F8204-B1BC-F455-AA93-C99BFCC7704E}"/>
              </a:ext>
            </a:extLst>
          </p:cNvPr>
          <p:cNvCxnSpPr>
            <a:cxnSpLocks/>
          </p:cNvCxnSpPr>
          <p:nvPr/>
        </p:nvCxnSpPr>
        <p:spPr>
          <a:xfrm flipH="1" flipV="1">
            <a:off x="7156965" y="3841679"/>
            <a:ext cx="1225035" cy="693113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!!connector3">
            <a:extLst>
              <a:ext uri="{FF2B5EF4-FFF2-40B4-BE49-F238E27FC236}">
                <a16:creationId xmlns:a16="http://schemas.microsoft.com/office/drawing/2014/main" id="{9916FB59-382E-3A33-7568-2A82034FBE9D}"/>
              </a:ext>
            </a:extLst>
          </p:cNvPr>
          <p:cNvCxnSpPr>
            <a:cxnSpLocks/>
          </p:cNvCxnSpPr>
          <p:nvPr/>
        </p:nvCxnSpPr>
        <p:spPr>
          <a:xfrm flipV="1">
            <a:off x="6014962" y="4023262"/>
            <a:ext cx="885325" cy="791183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!!c6">
            <a:extLst>
              <a:ext uri="{FF2B5EF4-FFF2-40B4-BE49-F238E27FC236}">
                <a16:creationId xmlns:a16="http://schemas.microsoft.com/office/drawing/2014/main" id="{01640DEC-BF0A-14D5-31C7-E82DBB1B5404}"/>
              </a:ext>
            </a:extLst>
          </p:cNvPr>
          <p:cNvCxnSpPr>
            <a:cxnSpLocks/>
          </p:cNvCxnSpPr>
          <p:nvPr/>
        </p:nvCxnSpPr>
        <p:spPr>
          <a:xfrm flipH="1">
            <a:off x="7734300" y="4710684"/>
            <a:ext cx="964451" cy="375666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!!c8">
            <a:extLst>
              <a:ext uri="{FF2B5EF4-FFF2-40B4-BE49-F238E27FC236}">
                <a16:creationId xmlns:a16="http://schemas.microsoft.com/office/drawing/2014/main" id="{FA30263F-3877-7D2A-5331-43759D7CBFF8}"/>
              </a:ext>
            </a:extLst>
          </p:cNvPr>
          <p:cNvCxnSpPr>
            <a:cxnSpLocks/>
          </p:cNvCxnSpPr>
          <p:nvPr/>
        </p:nvCxnSpPr>
        <p:spPr>
          <a:xfrm flipH="1" flipV="1">
            <a:off x="7663598" y="5443821"/>
            <a:ext cx="781837" cy="602794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!!c4">
            <a:extLst>
              <a:ext uri="{FF2B5EF4-FFF2-40B4-BE49-F238E27FC236}">
                <a16:creationId xmlns:a16="http://schemas.microsoft.com/office/drawing/2014/main" id="{0CF7240C-38DC-126E-68B5-24F62660A0FD}"/>
              </a:ext>
            </a:extLst>
          </p:cNvPr>
          <p:cNvCxnSpPr>
            <a:cxnSpLocks/>
          </p:cNvCxnSpPr>
          <p:nvPr/>
        </p:nvCxnSpPr>
        <p:spPr>
          <a:xfrm flipH="1" flipV="1">
            <a:off x="7232650" y="4159250"/>
            <a:ext cx="174270" cy="1063757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!!c7">
            <a:extLst>
              <a:ext uri="{FF2B5EF4-FFF2-40B4-BE49-F238E27FC236}">
                <a16:creationId xmlns:a16="http://schemas.microsoft.com/office/drawing/2014/main" id="{63A963D4-C324-A36D-B03D-8DA438A2A22F}"/>
              </a:ext>
            </a:extLst>
          </p:cNvPr>
          <p:cNvCxnSpPr>
            <a:cxnSpLocks/>
          </p:cNvCxnSpPr>
          <p:nvPr/>
        </p:nvCxnSpPr>
        <p:spPr>
          <a:xfrm flipV="1">
            <a:off x="8509000" y="4710684"/>
            <a:ext cx="189751" cy="970209"/>
          </a:xfrm>
          <a:prstGeom prst="line">
            <a:avLst/>
          </a:prstGeom>
          <a:ln w="28575">
            <a:solidFill>
              <a:schemeClr val="accent1"/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98B7167-1D91-6AD8-AD66-1B3C3C8F5260}"/>
              </a:ext>
            </a:extLst>
          </p:cNvPr>
          <p:cNvSpPr/>
          <p:nvPr/>
        </p:nvSpPr>
        <p:spPr>
          <a:xfrm>
            <a:off x="3036560" y="4385629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2280832-057C-596E-E676-3DAD941DF780}"/>
              </a:ext>
            </a:extLst>
          </p:cNvPr>
          <p:cNvSpPr/>
          <p:nvPr/>
        </p:nvSpPr>
        <p:spPr>
          <a:xfrm>
            <a:off x="4483059" y="5174260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DE6AFB2-1A21-AA38-72FB-0C583D7A0791}"/>
              </a:ext>
            </a:extLst>
          </p:cNvPr>
          <p:cNvSpPr/>
          <p:nvPr/>
        </p:nvSpPr>
        <p:spPr>
          <a:xfrm>
            <a:off x="4305476" y="375414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2F296A-20A9-5C07-D1D0-DEB2D9BA3C6C}"/>
              </a:ext>
            </a:extLst>
          </p:cNvPr>
          <p:cNvSpPr/>
          <p:nvPr/>
        </p:nvSpPr>
        <p:spPr>
          <a:xfrm>
            <a:off x="5774084" y="4534792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AA7C4D-42CF-440F-C2BB-17AC181B75A6}"/>
              </a:ext>
            </a:extLst>
          </p:cNvPr>
          <p:cNvSpPr/>
          <p:nvPr/>
        </p:nvSpPr>
        <p:spPr>
          <a:xfrm>
            <a:off x="6900287" y="3592989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9478417-595E-1B27-1381-AD2BAC26E98C}"/>
              </a:ext>
            </a:extLst>
          </p:cNvPr>
          <p:cNvSpPr/>
          <p:nvPr/>
        </p:nvSpPr>
        <p:spPr>
          <a:xfrm>
            <a:off x="7156965" y="4937188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8E8FAC3-E78F-BA61-90CA-8736FCAEE836}"/>
              </a:ext>
            </a:extLst>
          </p:cNvPr>
          <p:cNvSpPr/>
          <p:nvPr/>
        </p:nvSpPr>
        <p:spPr>
          <a:xfrm>
            <a:off x="8445435" y="4458505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9084081-4E20-0E26-092D-463DF037AA27}"/>
              </a:ext>
            </a:extLst>
          </p:cNvPr>
          <p:cNvSpPr/>
          <p:nvPr/>
        </p:nvSpPr>
        <p:spPr>
          <a:xfrm>
            <a:off x="8192118" y="5766140"/>
            <a:ext cx="506633" cy="506633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1">
            <a:extLst>
              <a:ext uri="{FF2B5EF4-FFF2-40B4-BE49-F238E27FC236}">
                <a16:creationId xmlns:a16="http://schemas.microsoft.com/office/drawing/2014/main" id="{7D8ACC5A-4944-0A85-FBDA-00832E9A27F7}"/>
              </a:ext>
            </a:extLst>
          </p:cNvPr>
          <p:cNvSpPr txBox="1">
            <a:spLocks/>
          </p:cNvSpPr>
          <p:nvPr/>
        </p:nvSpPr>
        <p:spPr>
          <a:xfrm>
            <a:off x="5129124" y="3688319"/>
            <a:ext cx="1484382" cy="460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i="1" dirty="0"/>
              <a:t>Flow of information</a:t>
            </a:r>
          </a:p>
        </p:txBody>
      </p:sp>
      <p:sp>
        <p:nvSpPr>
          <p:cNvPr id="41" name="Content1">
            <a:extLst>
              <a:ext uri="{FF2B5EF4-FFF2-40B4-BE49-F238E27FC236}">
                <a16:creationId xmlns:a16="http://schemas.microsoft.com/office/drawing/2014/main" id="{19E216F9-5CC0-B46F-14C4-B71AA3A0EA25}"/>
              </a:ext>
            </a:extLst>
          </p:cNvPr>
          <p:cNvSpPr txBox="1">
            <a:spLocks/>
          </p:cNvSpPr>
          <p:nvPr/>
        </p:nvSpPr>
        <p:spPr>
          <a:xfrm>
            <a:off x="838200" y="27334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Graph theory methods can be used to analyze and interpret data.</a:t>
            </a:r>
          </a:p>
        </p:txBody>
      </p:sp>
    </p:spTree>
    <p:extLst>
      <p:ext uri="{BB962C8B-B14F-4D97-AF65-F5344CB8AC3E}">
        <p14:creationId xmlns:p14="http://schemas.microsoft.com/office/powerpoint/2010/main" val="1879939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D3ABD-F0BD-44CA-EE0C-7A28F6820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6DEA-B50A-148C-5001-F93FE5C4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Networks?</a:t>
            </a:r>
          </a:p>
        </p:txBody>
      </p:sp>
      <p:sp>
        <p:nvSpPr>
          <p:cNvPr id="4" name="Content1">
            <a:extLst>
              <a:ext uri="{FF2B5EF4-FFF2-40B4-BE49-F238E27FC236}">
                <a16:creationId xmlns:a16="http://schemas.microsoft.com/office/drawing/2014/main" id="{FF33A1CE-6CBB-2C75-804C-1B539AE204F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These structures allow us to: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0ECD1A-322A-85D3-0412-221FECEB3269}"/>
              </a:ext>
            </a:extLst>
          </p:cNvPr>
          <p:cNvSpPr txBox="1"/>
          <p:nvPr/>
        </p:nvSpPr>
        <p:spPr>
          <a:xfrm>
            <a:off x="1270000" y="208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1">
            <a:extLst>
              <a:ext uri="{FF2B5EF4-FFF2-40B4-BE49-F238E27FC236}">
                <a16:creationId xmlns:a16="http://schemas.microsoft.com/office/drawing/2014/main" id="{04C55F52-5173-1D04-D244-EDA0307038B5}"/>
              </a:ext>
            </a:extLst>
          </p:cNvPr>
          <p:cNvSpPr txBox="1">
            <a:spLocks/>
          </p:cNvSpPr>
          <p:nvPr/>
        </p:nvSpPr>
        <p:spPr>
          <a:xfrm>
            <a:off x="838200" y="2267466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Quick integration of heterogeneous data based on relationships.</a:t>
            </a:r>
          </a:p>
        </p:txBody>
      </p:sp>
      <p:sp>
        <p:nvSpPr>
          <p:cNvPr id="11" name="Content1">
            <a:extLst>
              <a:ext uri="{FF2B5EF4-FFF2-40B4-BE49-F238E27FC236}">
                <a16:creationId xmlns:a16="http://schemas.microsoft.com/office/drawing/2014/main" id="{EFB0F0B4-9AC3-5583-44DF-BA8640FADB89}"/>
              </a:ext>
            </a:extLst>
          </p:cNvPr>
          <p:cNvSpPr txBox="1">
            <a:spLocks/>
          </p:cNvSpPr>
          <p:nvPr/>
        </p:nvSpPr>
        <p:spPr>
          <a:xfrm>
            <a:off x="838200" y="3193800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Examine similarities and differences between systems.</a:t>
            </a:r>
          </a:p>
        </p:txBody>
      </p:sp>
      <p:sp>
        <p:nvSpPr>
          <p:cNvPr id="12" name="Content1">
            <a:extLst>
              <a:ext uri="{FF2B5EF4-FFF2-40B4-BE49-F238E27FC236}">
                <a16:creationId xmlns:a16="http://schemas.microsoft.com/office/drawing/2014/main" id="{66028346-DDCE-A388-6791-ED9D0A4EF5DD}"/>
              </a:ext>
            </a:extLst>
          </p:cNvPr>
          <p:cNvSpPr txBox="1">
            <a:spLocks/>
          </p:cNvSpPr>
          <p:nvPr/>
        </p:nvSpPr>
        <p:spPr>
          <a:xfrm>
            <a:off x="838200" y="27334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Graph theory methods can be used to analyze and interpret data.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E0C236-7E37-2B72-936A-3C0DCAD0B402}"/>
              </a:ext>
            </a:extLst>
          </p:cNvPr>
          <p:cNvSpPr/>
          <p:nvPr/>
        </p:nvSpPr>
        <p:spPr>
          <a:xfrm>
            <a:off x="4421396" y="3960524"/>
            <a:ext cx="2416628" cy="2155372"/>
          </a:xfrm>
          <a:prstGeom prst="ellipse">
            <a:avLst/>
          </a:prstGeom>
          <a:solidFill>
            <a:schemeClr val="accent1">
              <a:lumMod val="60000"/>
              <a:lumOff val="40000"/>
              <a:alpha val="50449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66C07A1-D21E-228E-5BFC-47494C192FC1}"/>
              </a:ext>
            </a:extLst>
          </p:cNvPr>
          <p:cNvSpPr/>
          <p:nvPr/>
        </p:nvSpPr>
        <p:spPr>
          <a:xfrm>
            <a:off x="5648653" y="3960524"/>
            <a:ext cx="2416628" cy="2155372"/>
          </a:xfrm>
          <a:prstGeom prst="ellipse">
            <a:avLst/>
          </a:prstGeom>
          <a:solidFill>
            <a:schemeClr val="accent6">
              <a:lumMod val="60000"/>
              <a:lumOff val="40000"/>
              <a:alpha val="50449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!!c2">
            <a:extLst>
              <a:ext uri="{FF2B5EF4-FFF2-40B4-BE49-F238E27FC236}">
                <a16:creationId xmlns:a16="http://schemas.microsoft.com/office/drawing/2014/main" id="{909D2F7D-83EB-2400-44AE-370F4A1D8404}"/>
              </a:ext>
            </a:extLst>
          </p:cNvPr>
          <p:cNvCxnSpPr>
            <a:cxnSpLocks/>
          </p:cNvCxnSpPr>
          <p:nvPr/>
        </p:nvCxnSpPr>
        <p:spPr>
          <a:xfrm>
            <a:off x="1442220" y="4694455"/>
            <a:ext cx="642506" cy="35110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!!c1">
            <a:extLst>
              <a:ext uri="{FF2B5EF4-FFF2-40B4-BE49-F238E27FC236}">
                <a16:creationId xmlns:a16="http://schemas.microsoft.com/office/drawing/2014/main" id="{4328DC63-0027-1A59-86B0-286E34F88E93}"/>
              </a:ext>
            </a:extLst>
          </p:cNvPr>
          <p:cNvCxnSpPr>
            <a:cxnSpLocks/>
          </p:cNvCxnSpPr>
          <p:nvPr/>
        </p:nvCxnSpPr>
        <p:spPr>
          <a:xfrm flipV="1">
            <a:off x="1442220" y="4410202"/>
            <a:ext cx="568507" cy="284253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!!c3">
            <a:extLst>
              <a:ext uri="{FF2B5EF4-FFF2-40B4-BE49-F238E27FC236}">
                <a16:creationId xmlns:a16="http://schemas.microsoft.com/office/drawing/2014/main" id="{99B99313-B0B3-81DA-6CF7-00F11F97C6E3}"/>
              </a:ext>
            </a:extLst>
          </p:cNvPr>
          <p:cNvCxnSpPr>
            <a:cxnSpLocks/>
          </p:cNvCxnSpPr>
          <p:nvPr/>
        </p:nvCxnSpPr>
        <p:spPr>
          <a:xfrm flipH="1" flipV="1">
            <a:off x="2010726" y="4410202"/>
            <a:ext cx="74000" cy="63536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!!connector2">
            <a:extLst>
              <a:ext uri="{FF2B5EF4-FFF2-40B4-BE49-F238E27FC236}">
                <a16:creationId xmlns:a16="http://schemas.microsoft.com/office/drawing/2014/main" id="{079B9F18-6496-7CE2-F7B0-CA4A25567C29}"/>
              </a:ext>
            </a:extLst>
          </p:cNvPr>
          <p:cNvCxnSpPr>
            <a:cxnSpLocks/>
          </p:cNvCxnSpPr>
          <p:nvPr/>
        </p:nvCxnSpPr>
        <p:spPr>
          <a:xfrm flipH="1" flipV="1">
            <a:off x="2010726" y="4410202"/>
            <a:ext cx="649722" cy="353866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!!connecto4">
            <a:extLst>
              <a:ext uri="{FF2B5EF4-FFF2-40B4-BE49-F238E27FC236}">
                <a16:creationId xmlns:a16="http://schemas.microsoft.com/office/drawing/2014/main" id="{D7BAB81B-4A55-7C75-B9A9-682924DD90B8}"/>
              </a:ext>
            </a:extLst>
          </p:cNvPr>
          <p:cNvCxnSpPr>
            <a:cxnSpLocks/>
          </p:cNvCxnSpPr>
          <p:nvPr/>
        </p:nvCxnSpPr>
        <p:spPr>
          <a:xfrm flipH="1">
            <a:off x="2084726" y="4764067"/>
            <a:ext cx="575722" cy="281496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!!connecto5">
            <a:extLst>
              <a:ext uri="{FF2B5EF4-FFF2-40B4-BE49-F238E27FC236}">
                <a16:creationId xmlns:a16="http://schemas.microsoft.com/office/drawing/2014/main" id="{584E51FC-9C85-AB28-F9CB-19237D1772A9}"/>
              </a:ext>
            </a:extLst>
          </p:cNvPr>
          <p:cNvCxnSpPr>
            <a:cxnSpLocks/>
          </p:cNvCxnSpPr>
          <p:nvPr/>
        </p:nvCxnSpPr>
        <p:spPr>
          <a:xfrm flipH="1" flipV="1">
            <a:off x="2660448" y="4764067"/>
            <a:ext cx="622570" cy="182734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!!c5">
            <a:extLst>
              <a:ext uri="{FF2B5EF4-FFF2-40B4-BE49-F238E27FC236}">
                <a16:creationId xmlns:a16="http://schemas.microsoft.com/office/drawing/2014/main" id="{C8B3AC12-FC9B-2032-7B30-50DE2766374E}"/>
              </a:ext>
            </a:extLst>
          </p:cNvPr>
          <p:cNvCxnSpPr>
            <a:cxnSpLocks/>
          </p:cNvCxnSpPr>
          <p:nvPr/>
        </p:nvCxnSpPr>
        <p:spPr>
          <a:xfrm flipH="1" flipV="1">
            <a:off x="3171223" y="4328987"/>
            <a:ext cx="689583" cy="388672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!!connector3">
            <a:extLst>
              <a:ext uri="{FF2B5EF4-FFF2-40B4-BE49-F238E27FC236}">
                <a16:creationId xmlns:a16="http://schemas.microsoft.com/office/drawing/2014/main" id="{6B63F805-D1BE-883A-28B1-17A5FE5EC9A4}"/>
              </a:ext>
            </a:extLst>
          </p:cNvPr>
          <p:cNvCxnSpPr>
            <a:cxnSpLocks/>
          </p:cNvCxnSpPr>
          <p:nvPr/>
        </p:nvCxnSpPr>
        <p:spPr>
          <a:xfrm flipV="1">
            <a:off x="2660448" y="4328987"/>
            <a:ext cx="510775" cy="435081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!!c6">
            <a:extLst>
              <a:ext uri="{FF2B5EF4-FFF2-40B4-BE49-F238E27FC236}">
                <a16:creationId xmlns:a16="http://schemas.microsoft.com/office/drawing/2014/main" id="{D9EA5A9E-289F-F1A9-0FE7-908AFC2239A7}"/>
              </a:ext>
            </a:extLst>
          </p:cNvPr>
          <p:cNvCxnSpPr>
            <a:cxnSpLocks/>
          </p:cNvCxnSpPr>
          <p:nvPr/>
        </p:nvCxnSpPr>
        <p:spPr>
          <a:xfrm flipH="1">
            <a:off x="3283019" y="4717659"/>
            <a:ext cx="577787" cy="229142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!!c8">
            <a:extLst>
              <a:ext uri="{FF2B5EF4-FFF2-40B4-BE49-F238E27FC236}">
                <a16:creationId xmlns:a16="http://schemas.microsoft.com/office/drawing/2014/main" id="{6375864F-0185-F110-2B64-31C2BFD0E292}"/>
              </a:ext>
            </a:extLst>
          </p:cNvPr>
          <p:cNvCxnSpPr>
            <a:cxnSpLocks/>
          </p:cNvCxnSpPr>
          <p:nvPr/>
        </p:nvCxnSpPr>
        <p:spPr>
          <a:xfrm flipH="1" flipV="1">
            <a:off x="3283019" y="4946801"/>
            <a:ext cx="464489" cy="368368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!!c4">
            <a:extLst>
              <a:ext uri="{FF2B5EF4-FFF2-40B4-BE49-F238E27FC236}">
                <a16:creationId xmlns:a16="http://schemas.microsoft.com/office/drawing/2014/main" id="{E4F6ED15-4E57-425C-A1F7-2C6E0E95BAB4}"/>
              </a:ext>
            </a:extLst>
          </p:cNvPr>
          <p:cNvCxnSpPr>
            <a:cxnSpLocks/>
          </p:cNvCxnSpPr>
          <p:nvPr/>
        </p:nvCxnSpPr>
        <p:spPr>
          <a:xfrm flipH="1" flipV="1">
            <a:off x="3171223" y="4354366"/>
            <a:ext cx="111795" cy="592435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!!c7">
            <a:extLst>
              <a:ext uri="{FF2B5EF4-FFF2-40B4-BE49-F238E27FC236}">
                <a16:creationId xmlns:a16="http://schemas.microsoft.com/office/drawing/2014/main" id="{4A880E6A-95E1-1A37-28A0-D232C90AB19E}"/>
              </a:ext>
            </a:extLst>
          </p:cNvPr>
          <p:cNvCxnSpPr>
            <a:cxnSpLocks/>
          </p:cNvCxnSpPr>
          <p:nvPr/>
        </p:nvCxnSpPr>
        <p:spPr>
          <a:xfrm flipV="1">
            <a:off x="3747507" y="4717659"/>
            <a:ext cx="113299" cy="59751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5F2ED55E-C604-12DC-6A25-32375FBD8CEB}"/>
              </a:ext>
            </a:extLst>
          </p:cNvPr>
          <p:cNvSpPr/>
          <p:nvPr/>
        </p:nvSpPr>
        <p:spPr>
          <a:xfrm>
            <a:off x="1328321" y="4572274"/>
            <a:ext cx="226598" cy="226597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F62B5E9-6341-7204-88C3-1C444DE9C7D5}"/>
              </a:ext>
            </a:extLst>
          </p:cNvPr>
          <p:cNvSpPr/>
          <p:nvPr/>
        </p:nvSpPr>
        <p:spPr>
          <a:xfrm>
            <a:off x="1975286" y="4924999"/>
            <a:ext cx="226598" cy="226597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DDC3CD8-17DA-B1F3-8CDB-1165676FED81}"/>
              </a:ext>
            </a:extLst>
          </p:cNvPr>
          <p:cNvSpPr/>
          <p:nvPr/>
        </p:nvSpPr>
        <p:spPr>
          <a:xfrm>
            <a:off x="1895860" y="4289837"/>
            <a:ext cx="226598" cy="226597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31B5326-115C-97C2-C81B-3E84625C353F}"/>
              </a:ext>
            </a:extLst>
          </p:cNvPr>
          <p:cNvSpPr/>
          <p:nvPr/>
        </p:nvSpPr>
        <p:spPr>
          <a:xfrm>
            <a:off x="2552713" y="4638989"/>
            <a:ext cx="226598" cy="226597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34B06B2-B678-7A91-AC14-CB39D52DF918}"/>
              </a:ext>
            </a:extLst>
          </p:cNvPr>
          <p:cNvSpPr/>
          <p:nvPr/>
        </p:nvSpPr>
        <p:spPr>
          <a:xfrm>
            <a:off x="3056421" y="4217757"/>
            <a:ext cx="226598" cy="226597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E927467-F57D-9B74-92EB-DA3B8D0A9F9C}"/>
              </a:ext>
            </a:extLst>
          </p:cNvPr>
          <p:cNvSpPr/>
          <p:nvPr/>
        </p:nvSpPr>
        <p:spPr>
          <a:xfrm>
            <a:off x="3171223" y="4818965"/>
            <a:ext cx="226598" cy="226597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79F6FD8-ECE1-2074-9769-3558C01B8F5F}"/>
              </a:ext>
            </a:extLst>
          </p:cNvPr>
          <p:cNvSpPr/>
          <p:nvPr/>
        </p:nvSpPr>
        <p:spPr>
          <a:xfrm>
            <a:off x="3747507" y="4604869"/>
            <a:ext cx="226598" cy="226597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BD9B647-A529-D8E0-CA47-42FE93490F12}"/>
              </a:ext>
            </a:extLst>
          </p:cNvPr>
          <p:cNvSpPr/>
          <p:nvPr/>
        </p:nvSpPr>
        <p:spPr>
          <a:xfrm>
            <a:off x="3634208" y="5189724"/>
            <a:ext cx="226598" cy="226597"/>
          </a:xfrm>
          <a:prstGeom prst="ellipse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50BCC7D-167A-8C12-7BC1-C5736B0CA2E0}"/>
              </a:ext>
            </a:extLst>
          </p:cNvPr>
          <p:cNvGrpSpPr/>
          <p:nvPr/>
        </p:nvGrpSpPr>
        <p:grpSpPr>
          <a:xfrm>
            <a:off x="8555490" y="4270371"/>
            <a:ext cx="2025240" cy="1121823"/>
            <a:chOff x="8416163" y="4249120"/>
            <a:chExt cx="2025240" cy="1121823"/>
          </a:xfrm>
        </p:grpSpPr>
        <p:cxnSp>
          <p:nvCxnSpPr>
            <p:cNvPr id="65" name="!!c2">
              <a:extLst>
                <a:ext uri="{FF2B5EF4-FFF2-40B4-BE49-F238E27FC236}">
                  <a16:creationId xmlns:a16="http://schemas.microsoft.com/office/drawing/2014/main" id="{DB7FFA4B-4849-C9A0-A787-782B25EB4344}"/>
                </a:ext>
              </a:extLst>
            </p:cNvPr>
            <p:cNvCxnSpPr>
              <a:cxnSpLocks/>
            </p:cNvCxnSpPr>
            <p:nvPr/>
          </p:nvCxnSpPr>
          <p:spPr>
            <a:xfrm>
              <a:off x="8530062" y="4934413"/>
              <a:ext cx="642506" cy="351108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66" name="!!c1">
              <a:extLst>
                <a:ext uri="{FF2B5EF4-FFF2-40B4-BE49-F238E27FC236}">
                  <a16:creationId xmlns:a16="http://schemas.microsoft.com/office/drawing/2014/main" id="{8994031A-DAA0-683B-1890-BDF911F2F7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0062" y="4650160"/>
              <a:ext cx="568507" cy="284253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67" name="!!c3">
              <a:extLst>
                <a:ext uri="{FF2B5EF4-FFF2-40B4-BE49-F238E27FC236}">
                  <a16:creationId xmlns:a16="http://schemas.microsoft.com/office/drawing/2014/main" id="{FE5A6F4F-BC7A-2B44-6D47-3EAAC58F74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8568" y="4650160"/>
              <a:ext cx="74000" cy="635361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68" name="!!connector2">
              <a:extLst>
                <a:ext uri="{FF2B5EF4-FFF2-40B4-BE49-F238E27FC236}">
                  <a16:creationId xmlns:a16="http://schemas.microsoft.com/office/drawing/2014/main" id="{4C1AACE1-3CA9-B4C5-B892-A6BA82908A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015" y="4375474"/>
              <a:ext cx="507360" cy="269551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69" name="!!connecto4">
              <a:extLst>
                <a:ext uri="{FF2B5EF4-FFF2-40B4-BE49-F238E27FC236}">
                  <a16:creationId xmlns:a16="http://schemas.microsoft.com/office/drawing/2014/main" id="{B874FA0E-F649-4615-B8F9-BCFEFA4EFA95}"/>
                </a:ext>
              </a:extLst>
            </p:cNvPr>
            <p:cNvCxnSpPr>
              <a:cxnSpLocks/>
            </p:cNvCxnSpPr>
            <p:nvPr/>
          </p:nvCxnSpPr>
          <p:spPr>
            <a:xfrm>
              <a:off x="9632950" y="4356100"/>
              <a:ext cx="88900" cy="758825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70" name="!!connecto5">
              <a:extLst>
                <a:ext uri="{FF2B5EF4-FFF2-40B4-BE49-F238E27FC236}">
                  <a16:creationId xmlns:a16="http://schemas.microsoft.com/office/drawing/2014/main" id="{BF5E22D1-5DFC-72A7-6B36-42D12A28A4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66150" y="4365625"/>
              <a:ext cx="1082675" cy="3175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71" name="!!c5">
              <a:extLst>
                <a:ext uri="{FF2B5EF4-FFF2-40B4-BE49-F238E27FC236}">
                  <a16:creationId xmlns:a16="http://schemas.microsoft.com/office/drawing/2014/main" id="{293052E1-9F22-76FE-E1C0-602D245F65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6523" y="4349150"/>
              <a:ext cx="34227" cy="594325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72" name="!!connector3">
              <a:extLst>
                <a:ext uri="{FF2B5EF4-FFF2-40B4-BE49-F238E27FC236}">
                  <a16:creationId xmlns:a16="http://schemas.microsoft.com/office/drawing/2014/main" id="{001A4825-0AC8-82B3-DF0D-58F053AD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6375" y="4347725"/>
              <a:ext cx="567405" cy="300475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73" name="!!c6">
              <a:extLst>
                <a:ext uri="{FF2B5EF4-FFF2-40B4-BE49-F238E27FC236}">
                  <a16:creationId xmlns:a16="http://schemas.microsoft.com/office/drawing/2014/main" id="{F15F2D96-8412-9B0D-A26E-2A525BAA7D30}"/>
                </a:ext>
              </a:extLst>
            </p:cNvPr>
            <p:cNvCxnSpPr>
              <a:cxnSpLocks/>
            </p:cNvCxnSpPr>
            <p:nvPr/>
          </p:nvCxnSpPr>
          <p:spPr>
            <a:xfrm>
              <a:off x="9639300" y="4365625"/>
              <a:ext cx="698500" cy="393700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7479B44-9371-3310-3718-C76E1CFA6C06}"/>
                </a:ext>
              </a:extLst>
            </p:cNvPr>
            <p:cNvSpPr/>
            <p:nvPr/>
          </p:nvSpPr>
          <p:spPr>
            <a:xfrm>
              <a:off x="8416163" y="4812232"/>
              <a:ext cx="226598" cy="226597"/>
            </a:xfrm>
            <a:prstGeom prst="ellips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82DC0E9-858A-3E7E-1BAA-A8408F3172ED}"/>
                </a:ext>
              </a:extLst>
            </p:cNvPr>
            <p:cNvSpPr/>
            <p:nvPr/>
          </p:nvSpPr>
          <p:spPr>
            <a:xfrm>
              <a:off x="8455033" y="4249174"/>
              <a:ext cx="226598" cy="226597"/>
            </a:xfrm>
            <a:prstGeom prst="ellips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2D285C4-5574-E3EF-262F-23A2ADAD87A2}"/>
                </a:ext>
              </a:extLst>
            </p:cNvPr>
            <p:cNvSpPr/>
            <p:nvPr/>
          </p:nvSpPr>
          <p:spPr>
            <a:xfrm>
              <a:off x="9521692" y="4249120"/>
              <a:ext cx="226598" cy="226597"/>
            </a:xfrm>
            <a:prstGeom prst="ellips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5" name="!!c4">
              <a:extLst>
                <a:ext uri="{FF2B5EF4-FFF2-40B4-BE49-F238E27FC236}">
                  <a16:creationId xmlns:a16="http://schemas.microsoft.com/office/drawing/2014/main" id="{F4B8E4F8-7BBF-30A9-AF66-87BEC1639B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8925" y="5133975"/>
              <a:ext cx="549275" cy="133350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98" name="!!c5">
              <a:extLst>
                <a:ext uri="{FF2B5EF4-FFF2-40B4-BE49-F238E27FC236}">
                  <a16:creationId xmlns:a16="http://schemas.microsoft.com/office/drawing/2014/main" id="{DE6752EA-F69F-6055-BA6B-F18C613C65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7015" y="4654670"/>
              <a:ext cx="640710" cy="463430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03" name="!!c8">
              <a:extLst>
                <a:ext uri="{FF2B5EF4-FFF2-40B4-BE49-F238E27FC236}">
                  <a16:creationId xmlns:a16="http://schemas.microsoft.com/office/drawing/2014/main" id="{10810139-9EF7-E5F7-A822-18FB1DB84B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23161" y="4762500"/>
              <a:ext cx="617814" cy="341709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6B6380A-AC17-1108-3521-49281E9D5B43}"/>
                </a:ext>
              </a:extLst>
            </p:cNvPr>
            <p:cNvSpPr/>
            <p:nvPr/>
          </p:nvSpPr>
          <p:spPr>
            <a:xfrm>
              <a:off x="8983702" y="4529795"/>
              <a:ext cx="226598" cy="226597"/>
            </a:xfrm>
            <a:prstGeom prst="ellips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D315C70-F54A-DAC8-CF06-20ABE9059E07}"/>
                </a:ext>
              </a:extLst>
            </p:cNvPr>
            <p:cNvSpPr/>
            <p:nvPr/>
          </p:nvSpPr>
          <p:spPr>
            <a:xfrm>
              <a:off x="9614660" y="4996668"/>
              <a:ext cx="226598" cy="226597"/>
            </a:xfrm>
            <a:prstGeom prst="ellips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BB9BD14B-6A32-95C0-AB40-0B1D667FB0EF}"/>
                </a:ext>
              </a:extLst>
            </p:cNvPr>
            <p:cNvSpPr/>
            <p:nvPr/>
          </p:nvSpPr>
          <p:spPr>
            <a:xfrm>
              <a:off x="9062055" y="5144346"/>
              <a:ext cx="226598" cy="226597"/>
            </a:xfrm>
            <a:prstGeom prst="ellips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26CC97E-4440-E424-D760-F0771584FB8C}"/>
                </a:ext>
              </a:extLst>
            </p:cNvPr>
            <p:cNvSpPr/>
            <p:nvPr/>
          </p:nvSpPr>
          <p:spPr>
            <a:xfrm>
              <a:off x="10214805" y="4638252"/>
              <a:ext cx="226598" cy="226597"/>
            </a:xfrm>
            <a:prstGeom prst="ellipse">
              <a:avLst/>
            </a:prstGeom>
            <a:ln w="285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C3558073-F579-5C7C-0D87-DD2C88C71B20}"/>
              </a:ext>
            </a:extLst>
          </p:cNvPr>
          <p:cNvSpPr txBox="1"/>
          <p:nvPr/>
        </p:nvSpPr>
        <p:spPr>
          <a:xfrm>
            <a:off x="2122394" y="5520095"/>
            <a:ext cx="1104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A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2584B98-B612-08B5-B09C-D183102FF9D8}"/>
              </a:ext>
            </a:extLst>
          </p:cNvPr>
          <p:cNvSpPr txBox="1"/>
          <p:nvPr/>
        </p:nvSpPr>
        <p:spPr>
          <a:xfrm>
            <a:off x="8875859" y="5516294"/>
            <a:ext cx="1107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B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A21B488-AB32-39EF-9C93-379C55E20596}"/>
              </a:ext>
            </a:extLst>
          </p:cNvPr>
          <p:cNvSpPr txBox="1"/>
          <p:nvPr/>
        </p:nvSpPr>
        <p:spPr>
          <a:xfrm>
            <a:off x="5013439" y="4839053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ED06FC4-874E-4543-C5FD-6225E5686630}"/>
              </a:ext>
            </a:extLst>
          </p:cNvPr>
          <p:cNvSpPr txBox="1"/>
          <p:nvPr/>
        </p:nvSpPr>
        <p:spPr>
          <a:xfrm>
            <a:off x="7160466" y="4820392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56F9302-7E96-E988-690C-A9A8F1ABE601}"/>
              </a:ext>
            </a:extLst>
          </p:cNvPr>
          <p:cNvSpPr txBox="1"/>
          <p:nvPr/>
        </p:nvSpPr>
        <p:spPr>
          <a:xfrm>
            <a:off x="5791390" y="4831886"/>
            <a:ext cx="923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 ⋂ B</a:t>
            </a:r>
          </a:p>
        </p:txBody>
      </p:sp>
    </p:spTree>
    <p:extLst>
      <p:ext uri="{BB962C8B-B14F-4D97-AF65-F5344CB8AC3E}">
        <p14:creationId xmlns:p14="http://schemas.microsoft.com/office/powerpoint/2010/main" val="2279777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89CC7-D4AD-7DAD-1E5F-C08CC828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3F80-367C-267F-6E70-50885A308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Networks?</a:t>
            </a:r>
          </a:p>
        </p:txBody>
      </p:sp>
      <p:sp>
        <p:nvSpPr>
          <p:cNvPr id="4" name="Content1">
            <a:extLst>
              <a:ext uri="{FF2B5EF4-FFF2-40B4-BE49-F238E27FC236}">
                <a16:creationId xmlns:a16="http://schemas.microsoft.com/office/drawing/2014/main" id="{483187B9-1866-EDF4-AC90-D998DF0FD32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These structures allow us to: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8644DF-8B5A-7D9D-4D85-BD50DF323E4E}"/>
              </a:ext>
            </a:extLst>
          </p:cNvPr>
          <p:cNvSpPr txBox="1"/>
          <p:nvPr/>
        </p:nvSpPr>
        <p:spPr>
          <a:xfrm>
            <a:off x="1270000" y="208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1">
            <a:extLst>
              <a:ext uri="{FF2B5EF4-FFF2-40B4-BE49-F238E27FC236}">
                <a16:creationId xmlns:a16="http://schemas.microsoft.com/office/drawing/2014/main" id="{B52C1E84-BE64-44D1-092A-4815FBC49F67}"/>
              </a:ext>
            </a:extLst>
          </p:cNvPr>
          <p:cNvSpPr txBox="1">
            <a:spLocks/>
          </p:cNvSpPr>
          <p:nvPr/>
        </p:nvSpPr>
        <p:spPr>
          <a:xfrm>
            <a:off x="838200" y="2267466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Quick integration of heterogeneous data based on relationships.</a:t>
            </a:r>
          </a:p>
        </p:txBody>
      </p:sp>
      <p:sp>
        <p:nvSpPr>
          <p:cNvPr id="6" name="Content1">
            <a:extLst>
              <a:ext uri="{FF2B5EF4-FFF2-40B4-BE49-F238E27FC236}">
                <a16:creationId xmlns:a16="http://schemas.microsoft.com/office/drawing/2014/main" id="{60DC142B-9C14-CA38-0672-CF8CCB2BADB4}"/>
              </a:ext>
            </a:extLst>
          </p:cNvPr>
          <p:cNvSpPr txBox="1">
            <a:spLocks/>
          </p:cNvSpPr>
          <p:nvPr/>
        </p:nvSpPr>
        <p:spPr>
          <a:xfrm>
            <a:off x="838200" y="365417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Represent complex systems as networks for visualization. </a:t>
            </a:r>
          </a:p>
        </p:txBody>
      </p:sp>
      <p:sp>
        <p:nvSpPr>
          <p:cNvPr id="7" name="Content1">
            <a:extLst>
              <a:ext uri="{FF2B5EF4-FFF2-40B4-BE49-F238E27FC236}">
                <a16:creationId xmlns:a16="http://schemas.microsoft.com/office/drawing/2014/main" id="{4A46D667-279C-0C30-F4E0-C2C2F829FD73}"/>
              </a:ext>
            </a:extLst>
          </p:cNvPr>
          <p:cNvSpPr txBox="1">
            <a:spLocks/>
          </p:cNvSpPr>
          <p:nvPr/>
        </p:nvSpPr>
        <p:spPr>
          <a:xfrm>
            <a:off x="838200" y="3193800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Examine similarities and differences between systems.</a:t>
            </a:r>
          </a:p>
        </p:txBody>
      </p:sp>
      <p:sp>
        <p:nvSpPr>
          <p:cNvPr id="8" name="Content1">
            <a:extLst>
              <a:ext uri="{FF2B5EF4-FFF2-40B4-BE49-F238E27FC236}">
                <a16:creationId xmlns:a16="http://schemas.microsoft.com/office/drawing/2014/main" id="{EED70781-F627-2A5C-15AE-E801383F50E2}"/>
              </a:ext>
            </a:extLst>
          </p:cNvPr>
          <p:cNvSpPr txBox="1">
            <a:spLocks/>
          </p:cNvSpPr>
          <p:nvPr/>
        </p:nvSpPr>
        <p:spPr>
          <a:xfrm>
            <a:off x="838200" y="2733425"/>
            <a:ext cx="105156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Graph theory methods can be used to analyze and interpret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9C74AF-A0FA-6108-6D28-0D6BFC9D6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86143">
            <a:off x="6317472" y="4102908"/>
            <a:ext cx="4045907" cy="2581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FE99D7-60E5-6E0D-AABD-69A246B32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494" y="4246323"/>
            <a:ext cx="4064959" cy="2688118"/>
          </a:xfrm>
          <a:prstGeom prst="rect">
            <a:avLst/>
          </a:prstGeom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6BE3CE02-06EC-BFB6-B941-BBC6A024B5DD}"/>
              </a:ext>
            </a:extLst>
          </p:cNvPr>
          <p:cNvSpPr/>
          <p:nvPr/>
        </p:nvSpPr>
        <p:spPr>
          <a:xfrm rot="17846799">
            <a:off x="5072654" y="4743803"/>
            <a:ext cx="1325713" cy="1300108"/>
          </a:xfrm>
          <a:prstGeom prst="arc">
            <a:avLst>
              <a:gd name="adj1" fmla="val 16520222"/>
              <a:gd name="adj2" fmla="val 21188565"/>
            </a:avLst>
          </a:prstGeom>
          <a:noFill/>
          <a:ln w="28575">
            <a:solidFill>
              <a:schemeClr val="accent5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97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E287-647B-7B4E-05E4-25798959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953C-4FFE-28C8-7387-6688A220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8B131-33D1-5CE9-ED72-ADDED0EFE2EE}"/>
              </a:ext>
            </a:extLst>
          </p:cNvPr>
          <p:cNvSpPr txBox="1"/>
          <p:nvPr/>
        </p:nvSpPr>
        <p:spPr>
          <a:xfrm>
            <a:off x="3369502" y="2558362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sp>
        <p:nvSpPr>
          <p:cNvPr id="3" name="!!o2">
            <a:extLst>
              <a:ext uri="{FF2B5EF4-FFF2-40B4-BE49-F238E27FC236}">
                <a16:creationId xmlns:a16="http://schemas.microsoft.com/office/drawing/2014/main" id="{811E9867-AC8B-E2D3-97BC-CEC530B24308}"/>
              </a:ext>
            </a:extLst>
          </p:cNvPr>
          <p:cNvSpPr/>
          <p:nvPr/>
        </p:nvSpPr>
        <p:spPr>
          <a:xfrm>
            <a:off x="2259257" y="2278297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!!o5">
            <a:extLst>
              <a:ext uri="{FF2B5EF4-FFF2-40B4-BE49-F238E27FC236}">
                <a16:creationId xmlns:a16="http://schemas.microsoft.com/office/drawing/2014/main" id="{E8221E5A-FCCE-1D21-BFF5-199F3351FE12}"/>
              </a:ext>
            </a:extLst>
          </p:cNvPr>
          <p:cNvSpPr/>
          <p:nvPr/>
        </p:nvSpPr>
        <p:spPr>
          <a:xfrm>
            <a:off x="2259257" y="2277086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!!o3">
            <a:extLst>
              <a:ext uri="{FF2B5EF4-FFF2-40B4-BE49-F238E27FC236}">
                <a16:creationId xmlns:a16="http://schemas.microsoft.com/office/drawing/2014/main" id="{BF26E885-91E0-CDED-70D9-D7A1B0F5740F}"/>
              </a:ext>
            </a:extLst>
          </p:cNvPr>
          <p:cNvSpPr/>
          <p:nvPr/>
        </p:nvSpPr>
        <p:spPr>
          <a:xfrm>
            <a:off x="2259257" y="2277086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!!o4">
            <a:extLst>
              <a:ext uri="{FF2B5EF4-FFF2-40B4-BE49-F238E27FC236}">
                <a16:creationId xmlns:a16="http://schemas.microsoft.com/office/drawing/2014/main" id="{76186A0A-465F-B7CD-0F03-3FDC0703A9D2}"/>
              </a:ext>
            </a:extLst>
          </p:cNvPr>
          <p:cNvSpPr/>
          <p:nvPr/>
        </p:nvSpPr>
        <p:spPr>
          <a:xfrm>
            <a:off x="2259257" y="2278297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o1">
            <a:extLst>
              <a:ext uri="{FF2B5EF4-FFF2-40B4-BE49-F238E27FC236}">
                <a16:creationId xmlns:a16="http://schemas.microsoft.com/office/drawing/2014/main" id="{7DB7CAAE-A447-9D8F-BDE0-55FBB83C7C46}"/>
              </a:ext>
            </a:extLst>
          </p:cNvPr>
          <p:cNvSpPr/>
          <p:nvPr/>
        </p:nvSpPr>
        <p:spPr>
          <a:xfrm>
            <a:off x="2259257" y="2277086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456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34AD5-F29D-96F0-7EC6-E603E751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FC96-E889-69F0-E7A6-371B5F91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93288-CD52-1658-692D-832DD7EDFD07}"/>
              </a:ext>
            </a:extLst>
          </p:cNvPr>
          <p:cNvSpPr txBox="1"/>
          <p:nvPr/>
        </p:nvSpPr>
        <p:spPr>
          <a:xfrm>
            <a:off x="3369502" y="2558362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0E8074-0AF7-61DD-8FD4-CCFFDB559A48}"/>
              </a:ext>
            </a:extLst>
          </p:cNvPr>
          <p:cNvSpPr txBox="1"/>
          <p:nvPr/>
        </p:nvSpPr>
        <p:spPr>
          <a:xfrm>
            <a:off x="3369502" y="4051047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FE4260-9A84-A591-FB9A-36C1EB0BFB48}"/>
              </a:ext>
            </a:extLst>
          </p:cNvPr>
          <p:cNvCxnSpPr/>
          <p:nvPr/>
        </p:nvCxnSpPr>
        <p:spPr>
          <a:xfrm>
            <a:off x="1346896" y="4246323"/>
            <a:ext cx="190395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4CCE1D-C104-2F63-DBF1-B4E655B9BF2C}"/>
              </a:ext>
            </a:extLst>
          </p:cNvPr>
          <p:cNvCxnSpPr/>
          <p:nvPr/>
        </p:nvCxnSpPr>
        <p:spPr>
          <a:xfrm>
            <a:off x="1346896" y="4246323"/>
            <a:ext cx="190395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688E09-0454-A7D9-7211-D622E8BD85DC}"/>
              </a:ext>
            </a:extLst>
          </p:cNvPr>
          <p:cNvCxnSpPr/>
          <p:nvPr/>
        </p:nvCxnSpPr>
        <p:spPr>
          <a:xfrm>
            <a:off x="1346896" y="4246323"/>
            <a:ext cx="190395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A9DAF7-CA29-A33C-A512-2DC41EA5B88C}"/>
              </a:ext>
            </a:extLst>
          </p:cNvPr>
          <p:cNvCxnSpPr/>
          <p:nvPr/>
        </p:nvCxnSpPr>
        <p:spPr>
          <a:xfrm>
            <a:off x="1346896" y="4246323"/>
            <a:ext cx="190395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!!c3">
            <a:extLst>
              <a:ext uri="{FF2B5EF4-FFF2-40B4-BE49-F238E27FC236}">
                <a16:creationId xmlns:a16="http://schemas.microsoft.com/office/drawing/2014/main" id="{35F8F025-B5B8-69D0-ED12-7E961C88246A}"/>
              </a:ext>
            </a:extLst>
          </p:cNvPr>
          <p:cNvCxnSpPr/>
          <p:nvPr/>
        </p:nvCxnSpPr>
        <p:spPr>
          <a:xfrm>
            <a:off x="1346896" y="4246323"/>
            <a:ext cx="190395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c2">
            <a:extLst>
              <a:ext uri="{FF2B5EF4-FFF2-40B4-BE49-F238E27FC236}">
                <a16:creationId xmlns:a16="http://schemas.microsoft.com/office/drawing/2014/main" id="{93BAB073-3594-22D4-58ED-FED351DF03CF}"/>
              </a:ext>
            </a:extLst>
          </p:cNvPr>
          <p:cNvCxnSpPr/>
          <p:nvPr/>
        </p:nvCxnSpPr>
        <p:spPr>
          <a:xfrm>
            <a:off x="1346896" y="4245111"/>
            <a:ext cx="190395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c1">
            <a:extLst>
              <a:ext uri="{FF2B5EF4-FFF2-40B4-BE49-F238E27FC236}">
                <a16:creationId xmlns:a16="http://schemas.microsoft.com/office/drawing/2014/main" id="{FD1EA7CA-1213-9731-FBAE-D5F140BCCF6F}"/>
              </a:ext>
            </a:extLst>
          </p:cNvPr>
          <p:cNvCxnSpPr/>
          <p:nvPr/>
        </p:nvCxnSpPr>
        <p:spPr>
          <a:xfrm>
            <a:off x="1346896" y="4245111"/>
            <a:ext cx="190395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!!o2">
            <a:extLst>
              <a:ext uri="{FF2B5EF4-FFF2-40B4-BE49-F238E27FC236}">
                <a16:creationId xmlns:a16="http://schemas.microsoft.com/office/drawing/2014/main" id="{8DC4077D-092E-7551-7E59-383D2C1B7A49}"/>
              </a:ext>
            </a:extLst>
          </p:cNvPr>
          <p:cNvSpPr/>
          <p:nvPr/>
        </p:nvSpPr>
        <p:spPr>
          <a:xfrm>
            <a:off x="2259257" y="2278297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!!o5">
            <a:extLst>
              <a:ext uri="{FF2B5EF4-FFF2-40B4-BE49-F238E27FC236}">
                <a16:creationId xmlns:a16="http://schemas.microsoft.com/office/drawing/2014/main" id="{3EC48D65-CC21-2A80-7ABE-3B01EDDE44EC}"/>
              </a:ext>
            </a:extLst>
          </p:cNvPr>
          <p:cNvSpPr/>
          <p:nvPr/>
        </p:nvSpPr>
        <p:spPr>
          <a:xfrm>
            <a:off x="2259257" y="2277086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!!o3">
            <a:extLst>
              <a:ext uri="{FF2B5EF4-FFF2-40B4-BE49-F238E27FC236}">
                <a16:creationId xmlns:a16="http://schemas.microsoft.com/office/drawing/2014/main" id="{8FEF8C58-F1FE-B64E-D85B-DEBB84005F66}"/>
              </a:ext>
            </a:extLst>
          </p:cNvPr>
          <p:cNvSpPr/>
          <p:nvPr/>
        </p:nvSpPr>
        <p:spPr>
          <a:xfrm>
            <a:off x="2259257" y="2277086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!!o4">
            <a:extLst>
              <a:ext uri="{FF2B5EF4-FFF2-40B4-BE49-F238E27FC236}">
                <a16:creationId xmlns:a16="http://schemas.microsoft.com/office/drawing/2014/main" id="{499BA9DF-6397-94CF-C369-47EFB95A8886}"/>
              </a:ext>
            </a:extLst>
          </p:cNvPr>
          <p:cNvSpPr/>
          <p:nvPr/>
        </p:nvSpPr>
        <p:spPr>
          <a:xfrm>
            <a:off x="2259257" y="2278297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!!o1">
            <a:extLst>
              <a:ext uri="{FF2B5EF4-FFF2-40B4-BE49-F238E27FC236}">
                <a16:creationId xmlns:a16="http://schemas.microsoft.com/office/drawing/2014/main" id="{435AED5A-B91C-2ADE-3CD5-8F520BF5F0E0}"/>
              </a:ext>
            </a:extLst>
          </p:cNvPr>
          <p:cNvSpPr/>
          <p:nvPr/>
        </p:nvSpPr>
        <p:spPr>
          <a:xfrm>
            <a:off x="2259257" y="2277086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122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5794B-2EDF-2B29-DEB7-A20DBB372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35FA7-3548-7A7E-9B1D-AEA04D0F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cxnSp>
        <p:nvCxnSpPr>
          <p:cNvPr id="9" name="!!c3">
            <a:extLst>
              <a:ext uri="{FF2B5EF4-FFF2-40B4-BE49-F238E27FC236}">
                <a16:creationId xmlns:a16="http://schemas.microsoft.com/office/drawing/2014/main" id="{7BCCF212-B22D-20FC-5131-1942F0C67487}"/>
              </a:ext>
            </a:extLst>
          </p:cNvPr>
          <p:cNvCxnSpPr>
            <a:cxnSpLocks/>
          </p:cNvCxnSpPr>
          <p:nvPr/>
        </p:nvCxnSpPr>
        <p:spPr>
          <a:xfrm>
            <a:off x="4470324" y="3465095"/>
            <a:ext cx="3680276" cy="177483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5AE8D3-3135-13C4-5A39-655DB69E2722}"/>
              </a:ext>
            </a:extLst>
          </p:cNvPr>
          <p:cNvCxnSpPr>
            <a:cxnSpLocks/>
          </p:cNvCxnSpPr>
          <p:nvPr/>
        </p:nvCxnSpPr>
        <p:spPr>
          <a:xfrm flipV="1">
            <a:off x="7443111" y="3642578"/>
            <a:ext cx="707489" cy="16026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!!c2">
            <a:extLst>
              <a:ext uri="{FF2B5EF4-FFF2-40B4-BE49-F238E27FC236}">
                <a16:creationId xmlns:a16="http://schemas.microsoft.com/office/drawing/2014/main" id="{65195C8E-22EF-C603-0638-C138D3E14464}"/>
              </a:ext>
            </a:extLst>
          </p:cNvPr>
          <p:cNvCxnSpPr>
            <a:cxnSpLocks/>
          </p:cNvCxnSpPr>
          <p:nvPr/>
        </p:nvCxnSpPr>
        <p:spPr>
          <a:xfrm>
            <a:off x="6507400" y="2457089"/>
            <a:ext cx="1643200" cy="118548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38BBC2-4281-2BAB-A71D-E58A3A15F134}"/>
              </a:ext>
            </a:extLst>
          </p:cNvPr>
          <p:cNvCxnSpPr>
            <a:cxnSpLocks/>
          </p:cNvCxnSpPr>
          <p:nvPr/>
        </p:nvCxnSpPr>
        <p:spPr>
          <a:xfrm>
            <a:off x="5305451" y="5161026"/>
            <a:ext cx="2137660" cy="842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E14232-4825-52F2-8532-E83BDDC24B6E}"/>
              </a:ext>
            </a:extLst>
          </p:cNvPr>
          <p:cNvCxnSpPr>
            <a:cxnSpLocks/>
          </p:cNvCxnSpPr>
          <p:nvPr/>
        </p:nvCxnSpPr>
        <p:spPr>
          <a:xfrm>
            <a:off x="4636202" y="3465095"/>
            <a:ext cx="749562" cy="169593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c1">
            <a:extLst>
              <a:ext uri="{FF2B5EF4-FFF2-40B4-BE49-F238E27FC236}">
                <a16:creationId xmlns:a16="http://schemas.microsoft.com/office/drawing/2014/main" id="{C3710582-1BC6-FE87-F23C-DF29E073D388}"/>
              </a:ext>
            </a:extLst>
          </p:cNvPr>
          <p:cNvCxnSpPr>
            <a:cxnSpLocks/>
          </p:cNvCxnSpPr>
          <p:nvPr/>
        </p:nvCxnSpPr>
        <p:spPr>
          <a:xfrm flipV="1">
            <a:off x="4657792" y="2457089"/>
            <a:ext cx="1849608" cy="92378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CB9F43-DA2B-EE53-F37C-88CAB7CE822B}"/>
              </a:ext>
            </a:extLst>
          </p:cNvPr>
          <p:cNvCxnSpPr>
            <a:cxnSpLocks/>
          </p:cNvCxnSpPr>
          <p:nvPr/>
        </p:nvCxnSpPr>
        <p:spPr>
          <a:xfrm>
            <a:off x="4735629" y="3465095"/>
            <a:ext cx="2707482" cy="1780152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o2">
            <a:extLst>
              <a:ext uri="{FF2B5EF4-FFF2-40B4-BE49-F238E27FC236}">
                <a16:creationId xmlns:a16="http://schemas.microsoft.com/office/drawing/2014/main" id="{95497FEE-3E25-D022-6E31-25352A23299E}"/>
              </a:ext>
            </a:extLst>
          </p:cNvPr>
          <p:cNvSpPr/>
          <p:nvPr/>
        </p:nvSpPr>
        <p:spPr>
          <a:xfrm>
            <a:off x="4172912" y="2920379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!!o5">
            <a:extLst>
              <a:ext uri="{FF2B5EF4-FFF2-40B4-BE49-F238E27FC236}">
                <a16:creationId xmlns:a16="http://schemas.microsoft.com/office/drawing/2014/main" id="{D02AFF70-32BC-4E94-B924-A815CD39195B}"/>
              </a:ext>
            </a:extLst>
          </p:cNvPr>
          <p:cNvSpPr/>
          <p:nvPr/>
        </p:nvSpPr>
        <p:spPr>
          <a:xfrm>
            <a:off x="6979821" y="4697736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o3">
            <a:extLst>
              <a:ext uri="{FF2B5EF4-FFF2-40B4-BE49-F238E27FC236}">
                <a16:creationId xmlns:a16="http://schemas.microsoft.com/office/drawing/2014/main" id="{E8FC4B76-8EFF-E2C9-DD12-EDDB6284D02B}"/>
              </a:ext>
            </a:extLst>
          </p:cNvPr>
          <p:cNvSpPr/>
          <p:nvPr/>
        </p:nvSpPr>
        <p:spPr>
          <a:xfrm>
            <a:off x="7687310" y="3168081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4">
            <a:extLst>
              <a:ext uri="{FF2B5EF4-FFF2-40B4-BE49-F238E27FC236}">
                <a16:creationId xmlns:a16="http://schemas.microsoft.com/office/drawing/2014/main" id="{C18E57DC-F9A6-560E-E34F-3BC5B80E0E7D}"/>
              </a:ext>
            </a:extLst>
          </p:cNvPr>
          <p:cNvSpPr/>
          <p:nvPr/>
        </p:nvSpPr>
        <p:spPr>
          <a:xfrm>
            <a:off x="4842161" y="4661486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!!o1">
            <a:extLst>
              <a:ext uri="{FF2B5EF4-FFF2-40B4-BE49-F238E27FC236}">
                <a16:creationId xmlns:a16="http://schemas.microsoft.com/office/drawing/2014/main" id="{94D2DABD-68E9-F884-0872-F3764CB938E9}"/>
              </a:ext>
            </a:extLst>
          </p:cNvPr>
          <p:cNvSpPr/>
          <p:nvPr/>
        </p:nvSpPr>
        <p:spPr>
          <a:xfrm>
            <a:off x="6016738" y="1993799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E00834-FC2D-87F5-6CF1-CDC5E45A9CFD}"/>
              </a:ext>
            </a:extLst>
          </p:cNvPr>
          <p:cNvSpPr txBox="1"/>
          <p:nvPr/>
        </p:nvSpPr>
        <p:spPr>
          <a:xfrm>
            <a:off x="4123401" y="2069876"/>
            <a:ext cx="102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1697450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1A05-05C8-00AE-495E-C6CB12D2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8901-B251-90D4-AC1F-D26A4AD1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cxnSp>
        <p:nvCxnSpPr>
          <p:cNvPr id="9" name="!!c3">
            <a:extLst>
              <a:ext uri="{FF2B5EF4-FFF2-40B4-BE49-F238E27FC236}">
                <a16:creationId xmlns:a16="http://schemas.microsoft.com/office/drawing/2014/main" id="{8DDFFFB4-4361-A9DA-65F9-FEB12A02EF48}"/>
              </a:ext>
            </a:extLst>
          </p:cNvPr>
          <p:cNvCxnSpPr>
            <a:cxnSpLocks/>
          </p:cNvCxnSpPr>
          <p:nvPr/>
        </p:nvCxnSpPr>
        <p:spPr>
          <a:xfrm>
            <a:off x="1707873" y="3570973"/>
            <a:ext cx="3680276" cy="177483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12A6A7-B0DC-497E-D98F-1945F3A40613}"/>
              </a:ext>
            </a:extLst>
          </p:cNvPr>
          <p:cNvCxnSpPr>
            <a:cxnSpLocks/>
          </p:cNvCxnSpPr>
          <p:nvPr/>
        </p:nvCxnSpPr>
        <p:spPr>
          <a:xfrm flipV="1">
            <a:off x="4680660" y="3748456"/>
            <a:ext cx="707489" cy="16026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!!c2">
            <a:extLst>
              <a:ext uri="{FF2B5EF4-FFF2-40B4-BE49-F238E27FC236}">
                <a16:creationId xmlns:a16="http://schemas.microsoft.com/office/drawing/2014/main" id="{58A4D4B2-2A7D-3C83-EE0D-F07E32DB358B}"/>
              </a:ext>
            </a:extLst>
          </p:cNvPr>
          <p:cNvCxnSpPr>
            <a:cxnSpLocks/>
          </p:cNvCxnSpPr>
          <p:nvPr/>
        </p:nvCxnSpPr>
        <p:spPr>
          <a:xfrm>
            <a:off x="3744949" y="2562967"/>
            <a:ext cx="1643200" cy="118548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034144-6ED5-99DD-CF3C-1E348787C44D}"/>
              </a:ext>
            </a:extLst>
          </p:cNvPr>
          <p:cNvCxnSpPr>
            <a:cxnSpLocks/>
          </p:cNvCxnSpPr>
          <p:nvPr/>
        </p:nvCxnSpPr>
        <p:spPr>
          <a:xfrm>
            <a:off x="2543000" y="5266904"/>
            <a:ext cx="2137660" cy="842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EE1C37-7C03-F64C-BBDF-C3CE082BE308}"/>
              </a:ext>
            </a:extLst>
          </p:cNvPr>
          <p:cNvCxnSpPr>
            <a:cxnSpLocks/>
          </p:cNvCxnSpPr>
          <p:nvPr/>
        </p:nvCxnSpPr>
        <p:spPr>
          <a:xfrm>
            <a:off x="1873751" y="3570973"/>
            <a:ext cx="749562" cy="169593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c1">
            <a:extLst>
              <a:ext uri="{FF2B5EF4-FFF2-40B4-BE49-F238E27FC236}">
                <a16:creationId xmlns:a16="http://schemas.microsoft.com/office/drawing/2014/main" id="{EA5EBDEA-C079-698E-74E9-616E165A9C2C}"/>
              </a:ext>
            </a:extLst>
          </p:cNvPr>
          <p:cNvCxnSpPr>
            <a:cxnSpLocks/>
          </p:cNvCxnSpPr>
          <p:nvPr/>
        </p:nvCxnSpPr>
        <p:spPr>
          <a:xfrm flipV="1">
            <a:off x="1895341" y="2562967"/>
            <a:ext cx="1849608" cy="92378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550FE6-F08C-923B-E317-D4404956015D}"/>
              </a:ext>
            </a:extLst>
          </p:cNvPr>
          <p:cNvCxnSpPr>
            <a:cxnSpLocks/>
          </p:cNvCxnSpPr>
          <p:nvPr/>
        </p:nvCxnSpPr>
        <p:spPr>
          <a:xfrm>
            <a:off x="1973178" y="3570973"/>
            <a:ext cx="2707482" cy="1780152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o2">
            <a:extLst>
              <a:ext uri="{FF2B5EF4-FFF2-40B4-BE49-F238E27FC236}">
                <a16:creationId xmlns:a16="http://schemas.microsoft.com/office/drawing/2014/main" id="{28BAC245-4164-9D66-A8D9-82BD93D13751}"/>
              </a:ext>
            </a:extLst>
          </p:cNvPr>
          <p:cNvSpPr/>
          <p:nvPr/>
        </p:nvSpPr>
        <p:spPr>
          <a:xfrm>
            <a:off x="1410461" y="3026257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" name="!!o5">
            <a:extLst>
              <a:ext uri="{FF2B5EF4-FFF2-40B4-BE49-F238E27FC236}">
                <a16:creationId xmlns:a16="http://schemas.microsoft.com/office/drawing/2014/main" id="{6D010DF5-27F4-EF7F-5725-A30DFF762421}"/>
              </a:ext>
            </a:extLst>
          </p:cNvPr>
          <p:cNvSpPr/>
          <p:nvPr/>
        </p:nvSpPr>
        <p:spPr>
          <a:xfrm>
            <a:off x="4217370" y="4803614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13" name="!!o3">
            <a:extLst>
              <a:ext uri="{FF2B5EF4-FFF2-40B4-BE49-F238E27FC236}">
                <a16:creationId xmlns:a16="http://schemas.microsoft.com/office/drawing/2014/main" id="{B1AC219A-C679-858C-1353-7C7A5E6BCF09}"/>
              </a:ext>
            </a:extLst>
          </p:cNvPr>
          <p:cNvSpPr/>
          <p:nvPr/>
        </p:nvSpPr>
        <p:spPr>
          <a:xfrm>
            <a:off x="4924859" y="3273959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4" name="!!o4">
            <a:extLst>
              <a:ext uri="{FF2B5EF4-FFF2-40B4-BE49-F238E27FC236}">
                <a16:creationId xmlns:a16="http://schemas.microsoft.com/office/drawing/2014/main" id="{DB4A0FF8-10A2-A238-F02E-20A8C8DFD568}"/>
              </a:ext>
            </a:extLst>
          </p:cNvPr>
          <p:cNvSpPr/>
          <p:nvPr/>
        </p:nvSpPr>
        <p:spPr>
          <a:xfrm>
            <a:off x="2079710" y="4767364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15" name="!!o1">
            <a:extLst>
              <a:ext uri="{FF2B5EF4-FFF2-40B4-BE49-F238E27FC236}">
                <a16:creationId xmlns:a16="http://schemas.microsoft.com/office/drawing/2014/main" id="{8B06C12E-0DC5-4912-8096-D2D9BC436E86}"/>
              </a:ext>
            </a:extLst>
          </p:cNvPr>
          <p:cNvSpPr/>
          <p:nvPr/>
        </p:nvSpPr>
        <p:spPr>
          <a:xfrm>
            <a:off x="3254287" y="2099677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921A437A-8DA1-6B85-71C6-676FC1A71B91}"/>
              </a:ext>
            </a:extLst>
          </p:cNvPr>
          <p:cNvSpPr/>
          <p:nvPr/>
        </p:nvSpPr>
        <p:spPr>
          <a:xfrm>
            <a:off x="6992848" y="2403909"/>
            <a:ext cx="288758" cy="228182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E1E7413D-5340-628A-1AD0-38FD0B298C0D}"/>
              </a:ext>
            </a:extLst>
          </p:cNvPr>
          <p:cNvSpPr/>
          <p:nvPr/>
        </p:nvSpPr>
        <p:spPr>
          <a:xfrm rot="10800000">
            <a:off x="8996988" y="2403158"/>
            <a:ext cx="288758" cy="228257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665467-86AB-FEBF-B7CB-4EE8611DCB3E}"/>
              </a:ext>
            </a:extLst>
          </p:cNvPr>
          <p:cNvSpPr txBox="1"/>
          <p:nvPr/>
        </p:nvSpPr>
        <p:spPr>
          <a:xfrm>
            <a:off x="7127557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!!a12">
            <a:extLst>
              <a:ext uri="{FF2B5EF4-FFF2-40B4-BE49-F238E27FC236}">
                <a16:creationId xmlns:a16="http://schemas.microsoft.com/office/drawing/2014/main" id="{8303EA85-D3B5-227B-3C6C-C47824F3CAAC}"/>
              </a:ext>
            </a:extLst>
          </p:cNvPr>
          <p:cNvSpPr txBox="1"/>
          <p:nvPr/>
        </p:nvSpPr>
        <p:spPr>
          <a:xfrm>
            <a:off x="7570364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!!a13">
            <a:extLst>
              <a:ext uri="{FF2B5EF4-FFF2-40B4-BE49-F238E27FC236}">
                <a16:creationId xmlns:a16="http://schemas.microsoft.com/office/drawing/2014/main" id="{AE2B7181-DC24-336B-D323-B854C51573D7}"/>
              </a:ext>
            </a:extLst>
          </p:cNvPr>
          <p:cNvSpPr txBox="1"/>
          <p:nvPr/>
        </p:nvSpPr>
        <p:spPr>
          <a:xfrm>
            <a:off x="8012826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A1529-334A-BF59-3C4E-E3169A5E22E1}"/>
              </a:ext>
            </a:extLst>
          </p:cNvPr>
          <p:cNvSpPr txBox="1"/>
          <p:nvPr/>
        </p:nvSpPr>
        <p:spPr>
          <a:xfrm>
            <a:off x="8455288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BFFBB5-01C2-A8D8-FDB5-1C74542DCEB8}"/>
              </a:ext>
            </a:extLst>
          </p:cNvPr>
          <p:cNvSpPr txBox="1"/>
          <p:nvPr/>
        </p:nvSpPr>
        <p:spPr>
          <a:xfrm>
            <a:off x="8898095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5" name="!!a21">
            <a:extLst>
              <a:ext uri="{FF2B5EF4-FFF2-40B4-BE49-F238E27FC236}">
                <a16:creationId xmlns:a16="http://schemas.microsoft.com/office/drawing/2014/main" id="{257A0D61-235A-9F82-74CF-19158F6FB5C2}"/>
              </a:ext>
            </a:extLst>
          </p:cNvPr>
          <p:cNvSpPr txBox="1"/>
          <p:nvPr/>
        </p:nvSpPr>
        <p:spPr>
          <a:xfrm>
            <a:off x="7127557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16D87-AC83-4541-A88B-7020823B5F05}"/>
              </a:ext>
            </a:extLst>
          </p:cNvPr>
          <p:cNvSpPr txBox="1"/>
          <p:nvPr/>
        </p:nvSpPr>
        <p:spPr>
          <a:xfrm>
            <a:off x="7570364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7" name="!!a23">
            <a:extLst>
              <a:ext uri="{FF2B5EF4-FFF2-40B4-BE49-F238E27FC236}">
                <a16:creationId xmlns:a16="http://schemas.microsoft.com/office/drawing/2014/main" id="{2FB79FB3-6D3A-294E-7591-68E56642ABA0}"/>
              </a:ext>
            </a:extLst>
          </p:cNvPr>
          <p:cNvSpPr txBox="1"/>
          <p:nvPr/>
        </p:nvSpPr>
        <p:spPr>
          <a:xfrm>
            <a:off x="8012826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222A92-F411-C407-1931-624B7CB848F0}"/>
              </a:ext>
            </a:extLst>
          </p:cNvPr>
          <p:cNvSpPr txBox="1"/>
          <p:nvPr/>
        </p:nvSpPr>
        <p:spPr>
          <a:xfrm>
            <a:off x="8455288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82E0B7-8C24-087D-0A2E-03B31BC12370}"/>
              </a:ext>
            </a:extLst>
          </p:cNvPr>
          <p:cNvSpPr txBox="1"/>
          <p:nvPr/>
        </p:nvSpPr>
        <p:spPr>
          <a:xfrm>
            <a:off x="8898095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!!a31">
            <a:extLst>
              <a:ext uri="{FF2B5EF4-FFF2-40B4-BE49-F238E27FC236}">
                <a16:creationId xmlns:a16="http://schemas.microsoft.com/office/drawing/2014/main" id="{15E54B78-F759-45B2-650C-D37E23B3DA5F}"/>
              </a:ext>
            </a:extLst>
          </p:cNvPr>
          <p:cNvSpPr txBox="1"/>
          <p:nvPr/>
        </p:nvSpPr>
        <p:spPr>
          <a:xfrm>
            <a:off x="7127557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!!a32">
            <a:extLst>
              <a:ext uri="{FF2B5EF4-FFF2-40B4-BE49-F238E27FC236}">
                <a16:creationId xmlns:a16="http://schemas.microsoft.com/office/drawing/2014/main" id="{7E551E27-F58B-2384-DD75-4BDB82453327}"/>
              </a:ext>
            </a:extLst>
          </p:cNvPr>
          <p:cNvSpPr txBox="1"/>
          <p:nvPr/>
        </p:nvSpPr>
        <p:spPr>
          <a:xfrm>
            <a:off x="7570364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DE4C19-4C4E-C9F5-EC7A-37FADEF49C6E}"/>
              </a:ext>
            </a:extLst>
          </p:cNvPr>
          <p:cNvSpPr txBox="1"/>
          <p:nvPr/>
        </p:nvSpPr>
        <p:spPr>
          <a:xfrm>
            <a:off x="8012826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2FE19E-58FE-CE59-79B1-28D6FA1FE89D}"/>
              </a:ext>
            </a:extLst>
          </p:cNvPr>
          <p:cNvSpPr txBox="1"/>
          <p:nvPr/>
        </p:nvSpPr>
        <p:spPr>
          <a:xfrm>
            <a:off x="8455288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70E29E-15C5-0CFB-2DB7-7E53E06CC783}"/>
              </a:ext>
            </a:extLst>
          </p:cNvPr>
          <p:cNvSpPr txBox="1"/>
          <p:nvPr/>
        </p:nvSpPr>
        <p:spPr>
          <a:xfrm>
            <a:off x="8898095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98888C-5900-CE34-30D7-63193D1C2092}"/>
              </a:ext>
            </a:extLst>
          </p:cNvPr>
          <p:cNvSpPr txBox="1"/>
          <p:nvPr/>
        </p:nvSpPr>
        <p:spPr>
          <a:xfrm>
            <a:off x="7127557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0E1E27-28D2-F944-183D-0EE8CB426781}"/>
              </a:ext>
            </a:extLst>
          </p:cNvPr>
          <p:cNvSpPr txBox="1"/>
          <p:nvPr/>
        </p:nvSpPr>
        <p:spPr>
          <a:xfrm>
            <a:off x="7570364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6AF511-E811-6164-7972-BAAC5EE09939}"/>
              </a:ext>
            </a:extLst>
          </p:cNvPr>
          <p:cNvSpPr txBox="1"/>
          <p:nvPr/>
        </p:nvSpPr>
        <p:spPr>
          <a:xfrm>
            <a:off x="8012826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DA7145-56A6-6DFD-512F-C2C2C76635C9}"/>
              </a:ext>
            </a:extLst>
          </p:cNvPr>
          <p:cNvSpPr txBox="1"/>
          <p:nvPr/>
        </p:nvSpPr>
        <p:spPr>
          <a:xfrm>
            <a:off x="8455288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5070BF-B7B9-47EE-A3AA-AF999C52CA14}"/>
              </a:ext>
            </a:extLst>
          </p:cNvPr>
          <p:cNvSpPr txBox="1"/>
          <p:nvPr/>
        </p:nvSpPr>
        <p:spPr>
          <a:xfrm>
            <a:off x="8898095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8F5C87-9165-C575-4316-6D5AD5B14675}"/>
              </a:ext>
            </a:extLst>
          </p:cNvPr>
          <p:cNvSpPr txBox="1"/>
          <p:nvPr/>
        </p:nvSpPr>
        <p:spPr>
          <a:xfrm>
            <a:off x="7127557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CE86C1-7BDD-DF35-165A-2D7B536E43E0}"/>
              </a:ext>
            </a:extLst>
          </p:cNvPr>
          <p:cNvSpPr txBox="1"/>
          <p:nvPr/>
        </p:nvSpPr>
        <p:spPr>
          <a:xfrm>
            <a:off x="7570364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B37057-2E1F-22FE-6CA4-47B840F93134}"/>
              </a:ext>
            </a:extLst>
          </p:cNvPr>
          <p:cNvSpPr txBox="1"/>
          <p:nvPr/>
        </p:nvSpPr>
        <p:spPr>
          <a:xfrm>
            <a:off x="8012826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07A1C8-1F08-5839-AF8D-9B7881BC0895}"/>
              </a:ext>
            </a:extLst>
          </p:cNvPr>
          <p:cNvSpPr txBox="1"/>
          <p:nvPr/>
        </p:nvSpPr>
        <p:spPr>
          <a:xfrm>
            <a:off x="8455288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2D102A-B728-D7D9-4901-B68D700726C8}"/>
              </a:ext>
            </a:extLst>
          </p:cNvPr>
          <p:cNvSpPr txBox="1"/>
          <p:nvPr/>
        </p:nvSpPr>
        <p:spPr>
          <a:xfrm>
            <a:off x="8898095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15E510-9E11-C709-84CA-D9CAD1B63B99}"/>
              </a:ext>
            </a:extLst>
          </p:cNvPr>
          <p:cNvSpPr txBox="1"/>
          <p:nvPr/>
        </p:nvSpPr>
        <p:spPr>
          <a:xfrm>
            <a:off x="7212925" y="1928325"/>
            <a:ext cx="1898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1182975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36DEE-16E2-5188-4551-AAC3B6C36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F670-8EE0-5D08-3F04-5E98DC77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cxnSp>
        <p:nvCxnSpPr>
          <p:cNvPr id="9" name="!!c3">
            <a:extLst>
              <a:ext uri="{FF2B5EF4-FFF2-40B4-BE49-F238E27FC236}">
                <a16:creationId xmlns:a16="http://schemas.microsoft.com/office/drawing/2014/main" id="{4665D6A5-D0B2-6EBF-59DF-918875C47CE1}"/>
              </a:ext>
            </a:extLst>
          </p:cNvPr>
          <p:cNvCxnSpPr>
            <a:cxnSpLocks/>
          </p:cNvCxnSpPr>
          <p:nvPr/>
        </p:nvCxnSpPr>
        <p:spPr>
          <a:xfrm>
            <a:off x="1707873" y="3570973"/>
            <a:ext cx="3680276" cy="177483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4F54DF-62F3-6B95-2A03-75862A3068C7}"/>
              </a:ext>
            </a:extLst>
          </p:cNvPr>
          <p:cNvCxnSpPr>
            <a:cxnSpLocks/>
          </p:cNvCxnSpPr>
          <p:nvPr/>
        </p:nvCxnSpPr>
        <p:spPr>
          <a:xfrm flipV="1">
            <a:off x="4680660" y="3748456"/>
            <a:ext cx="707489" cy="1602669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!!c2">
            <a:extLst>
              <a:ext uri="{FF2B5EF4-FFF2-40B4-BE49-F238E27FC236}">
                <a16:creationId xmlns:a16="http://schemas.microsoft.com/office/drawing/2014/main" id="{1537EC70-DE93-EC93-0298-5E624F039555}"/>
              </a:ext>
            </a:extLst>
          </p:cNvPr>
          <p:cNvCxnSpPr>
            <a:cxnSpLocks/>
          </p:cNvCxnSpPr>
          <p:nvPr/>
        </p:nvCxnSpPr>
        <p:spPr>
          <a:xfrm>
            <a:off x="3744949" y="2562967"/>
            <a:ext cx="1643200" cy="1185489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68FCC1-594D-BAF5-83B1-CA1C9263AF2C}"/>
              </a:ext>
            </a:extLst>
          </p:cNvPr>
          <p:cNvCxnSpPr>
            <a:cxnSpLocks/>
          </p:cNvCxnSpPr>
          <p:nvPr/>
        </p:nvCxnSpPr>
        <p:spPr>
          <a:xfrm>
            <a:off x="2543000" y="5266904"/>
            <a:ext cx="2137660" cy="84221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5D7AEA-E355-8C83-D10A-3A0ADC28434F}"/>
              </a:ext>
            </a:extLst>
          </p:cNvPr>
          <p:cNvCxnSpPr>
            <a:cxnSpLocks/>
          </p:cNvCxnSpPr>
          <p:nvPr/>
        </p:nvCxnSpPr>
        <p:spPr>
          <a:xfrm>
            <a:off x="1873751" y="3570973"/>
            <a:ext cx="749562" cy="1695931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c1">
            <a:extLst>
              <a:ext uri="{FF2B5EF4-FFF2-40B4-BE49-F238E27FC236}">
                <a16:creationId xmlns:a16="http://schemas.microsoft.com/office/drawing/2014/main" id="{34B5847F-2605-A799-1C33-3D15D07CAEB8}"/>
              </a:ext>
            </a:extLst>
          </p:cNvPr>
          <p:cNvCxnSpPr>
            <a:cxnSpLocks/>
          </p:cNvCxnSpPr>
          <p:nvPr/>
        </p:nvCxnSpPr>
        <p:spPr>
          <a:xfrm flipV="1">
            <a:off x="1895341" y="2562967"/>
            <a:ext cx="1849608" cy="92378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0AA527-FE4D-63DD-ECE6-7DC9B3222B3E}"/>
              </a:ext>
            </a:extLst>
          </p:cNvPr>
          <p:cNvCxnSpPr>
            <a:cxnSpLocks/>
          </p:cNvCxnSpPr>
          <p:nvPr/>
        </p:nvCxnSpPr>
        <p:spPr>
          <a:xfrm>
            <a:off x="1973178" y="3570973"/>
            <a:ext cx="2707482" cy="1780152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o2">
            <a:extLst>
              <a:ext uri="{FF2B5EF4-FFF2-40B4-BE49-F238E27FC236}">
                <a16:creationId xmlns:a16="http://schemas.microsoft.com/office/drawing/2014/main" id="{67BA8247-18AA-3F30-F9CA-C8004E85CA14}"/>
              </a:ext>
            </a:extLst>
          </p:cNvPr>
          <p:cNvSpPr/>
          <p:nvPr/>
        </p:nvSpPr>
        <p:spPr>
          <a:xfrm>
            <a:off x="1410461" y="3026257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" name="!!o5">
            <a:extLst>
              <a:ext uri="{FF2B5EF4-FFF2-40B4-BE49-F238E27FC236}">
                <a16:creationId xmlns:a16="http://schemas.microsoft.com/office/drawing/2014/main" id="{97FB8EA0-C4B0-B6A7-E140-9C89366118A4}"/>
              </a:ext>
            </a:extLst>
          </p:cNvPr>
          <p:cNvSpPr/>
          <p:nvPr/>
        </p:nvSpPr>
        <p:spPr>
          <a:xfrm>
            <a:off x="4217370" y="4803614"/>
            <a:ext cx="926580" cy="926580"/>
          </a:xfrm>
          <a:prstGeom prst="ellipse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>
                    <a:alpha val="5000"/>
                  </a:schemeClr>
                </a:solidFill>
              </a:rPr>
              <a:t>5</a:t>
            </a:r>
          </a:p>
        </p:txBody>
      </p:sp>
      <p:sp>
        <p:nvSpPr>
          <p:cNvPr id="13" name="!!o3">
            <a:extLst>
              <a:ext uri="{FF2B5EF4-FFF2-40B4-BE49-F238E27FC236}">
                <a16:creationId xmlns:a16="http://schemas.microsoft.com/office/drawing/2014/main" id="{3D52D176-24CD-ED09-A704-4547470C2B99}"/>
              </a:ext>
            </a:extLst>
          </p:cNvPr>
          <p:cNvSpPr/>
          <p:nvPr/>
        </p:nvSpPr>
        <p:spPr>
          <a:xfrm>
            <a:off x="4924859" y="3273959"/>
            <a:ext cx="926580" cy="926580"/>
          </a:xfrm>
          <a:prstGeom prst="ellipse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>
                    <a:alpha val="5000"/>
                  </a:schemeClr>
                </a:solidFill>
              </a:rPr>
              <a:t>3</a:t>
            </a:r>
          </a:p>
        </p:txBody>
      </p:sp>
      <p:sp>
        <p:nvSpPr>
          <p:cNvPr id="14" name="!!o4">
            <a:extLst>
              <a:ext uri="{FF2B5EF4-FFF2-40B4-BE49-F238E27FC236}">
                <a16:creationId xmlns:a16="http://schemas.microsoft.com/office/drawing/2014/main" id="{F25A8A1A-ACFF-D9F6-9C2C-43F06A0054A0}"/>
              </a:ext>
            </a:extLst>
          </p:cNvPr>
          <p:cNvSpPr/>
          <p:nvPr/>
        </p:nvSpPr>
        <p:spPr>
          <a:xfrm>
            <a:off x="2079710" y="4767364"/>
            <a:ext cx="926580" cy="926580"/>
          </a:xfrm>
          <a:prstGeom prst="ellipse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>
                    <a:alpha val="5000"/>
                  </a:schemeClr>
                </a:solidFill>
              </a:rPr>
              <a:t>4</a:t>
            </a:r>
          </a:p>
        </p:txBody>
      </p:sp>
      <p:sp>
        <p:nvSpPr>
          <p:cNvPr id="15" name="!!o1">
            <a:extLst>
              <a:ext uri="{FF2B5EF4-FFF2-40B4-BE49-F238E27FC236}">
                <a16:creationId xmlns:a16="http://schemas.microsoft.com/office/drawing/2014/main" id="{266C42DB-4F82-19DA-6EAD-6E5A15D6FFDD}"/>
              </a:ext>
            </a:extLst>
          </p:cNvPr>
          <p:cNvSpPr/>
          <p:nvPr/>
        </p:nvSpPr>
        <p:spPr>
          <a:xfrm>
            <a:off x="3254287" y="2099677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B8A4F1-96E3-552E-2F51-6579F211FE4A}"/>
              </a:ext>
            </a:extLst>
          </p:cNvPr>
          <p:cNvSpPr txBox="1"/>
          <p:nvPr/>
        </p:nvSpPr>
        <p:spPr>
          <a:xfrm>
            <a:off x="7212925" y="1928325"/>
            <a:ext cx="1898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Adjacency matrix</a:t>
            </a:r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6632E04F-05A2-D812-D160-4E90F1EC4130}"/>
              </a:ext>
            </a:extLst>
          </p:cNvPr>
          <p:cNvSpPr/>
          <p:nvPr/>
        </p:nvSpPr>
        <p:spPr>
          <a:xfrm>
            <a:off x="6992848" y="2403909"/>
            <a:ext cx="288758" cy="228182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4C1011FC-FF42-67F7-0B79-B12F63B1DC93}"/>
              </a:ext>
            </a:extLst>
          </p:cNvPr>
          <p:cNvSpPr/>
          <p:nvPr/>
        </p:nvSpPr>
        <p:spPr>
          <a:xfrm rot="10800000">
            <a:off x="8996988" y="2403158"/>
            <a:ext cx="288758" cy="228257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417EAB-23D0-B584-D804-CD02227650D4}"/>
              </a:ext>
            </a:extLst>
          </p:cNvPr>
          <p:cNvSpPr txBox="1"/>
          <p:nvPr/>
        </p:nvSpPr>
        <p:spPr>
          <a:xfrm>
            <a:off x="7127557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!!a12">
            <a:extLst>
              <a:ext uri="{FF2B5EF4-FFF2-40B4-BE49-F238E27FC236}">
                <a16:creationId xmlns:a16="http://schemas.microsoft.com/office/drawing/2014/main" id="{B94CBF32-F75E-A55F-188B-48FB16583512}"/>
              </a:ext>
            </a:extLst>
          </p:cNvPr>
          <p:cNvSpPr txBox="1"/>
          <p:nvPr/>
        </p:nvSpPr>
        <p:spPr>
          <a:xfrm>
            <a:off x="7540547" y="2466931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!!a13">
            <a:extLst>
              <a:ext uri="{FF2B5EF4-FFF2-40B4-BE49-F238E27FC236}">
                <a16:creationId xmlns:a16="http://schemas.microsoft.com/office/drawing/2014/main" id="{07239861-0AEF-87E5-8F28-F206163F503A}"/>
              </a:ext>
            </a:extLst>
          </p:cNvPr>
          <p:cNvSpPr txBox="1"/>
          <p:nvPr/>
        </p:nvSpPr>
        <p:spPr>
          <a:xfrm>
            <a:off x="8012826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A3C8A9-A768-7BA1-F54A-E2D15A31BF01}"/>
              </a:ext>
            </a:extLst>
          </p:cNvPr>
          <p:cNvSpPr txBox="1"/>
          <p:nvPr/>
        </p:nvSpPr>
        <p:spPr>
          <a:xfrm>
            <a:off x="8455288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EBD928-5C62-93CE-B539-E88790F1740B}"/>
              </a:ext>
            </a:extLst>
          </p:cNvPr>
          <p:cNvSpPr txBox="1"/>
          <p:nvPr/>
        </p:nvSpPr>
        <p:spPr>
          <a:xfrm>
            <a:off x="8898095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!!a21">
            <a:extLst>
              <a:ext uri="{FF2B5EF4-FFF2-40B4-BE49-F238E27FC236}">
                <a16:creationId xmlns:a16="http://schemas.microsoft.com/office/drawing/2014/main" id="{5A1F6269-C91A-44B4-1B48-FB8F74D0BDC2}"/>
              </a:ext>
            </a:extLst>
          </p:cNvPr>
          <p:cNvSpPr txBox="1"/>
          <p:nvPr/>
        </p:nvSpPr>
        <p:spPr>
          <a:xfrm>
            <a:off x="7097740" y="289634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166F8A-DA7F-AD2F-DADC-68E18DDB7E33}"/>
              </a:ext>
            </a:extLst>
          </p:cNvPr>
          <p:cNvSpPr txBox="1"/>
          <p:nvPr/>
        </p:nvSpPr>
        <p:spPr>
          <a:xfrm>
            <a:off x="7570364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1" name="!!a23">
            <a:extLst>
              <a:ext uri="{FF2B5EF4-FFF2-40B4-BE49-F238E27FC236}">
                <a16:creationId xmlns:a16="http://schemas.microsoft.com/office/drawing/2014/main" id="{E7B0D412-C955-9084-9E2E-C642435FA331}"/>
              </a:ext>
            </a:extLst>
          </p:cNvPr>
          <p:cNvSpPr txBox="1"/>
          <p:nvPr/>
        </p:nvSpPr>
        <p:spPr>
          <a:xfrm>
            <a:off x="8012826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9474EA-698F-90A6-9392-D51E7B5922FE}"/>
              </a:ext>
            </a:extLst>
          </p:cNvPr>
          <p:cNvSpPr txBox="1"/>
          <p:nvPr/>
        </p:nvSpPr>
        <p:spPr>
          <a:xfrm>
            <a:off x="8455288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CEE55E-DBAE-7B32-1EC4-5CE7A668E58D}"/>
              </a:ext>
            </a:extLst>
          </p:cNvPr>
          <p:cNvSpPr txBox="1"/>
          <p:nvPr/>
        </p:nvSpPr>
        <p:spPr>
          <a:xfrm>
            <a:off x="8898095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!!a31">
            <a:extLst>
              <a:ext uri="{FF2B5EF4-FFF2-40B4-BE49-F238E27FC236}">
                <a16:creationId xmlns:a16="http://schemas.microsoft.com/office/drawing/2014/main" id="{0EC7A6E0-7FDC-B474-D10E-7B5930A4A5A8}"/>
              </a:ext>
            </a:extLst>
          </p:cNvPr>
          <p:cNvSpPr txBox="1"/>
          <p:nvPr/>
        </p:nvSpPr>
        <p:spPr>
          <a:xfrm>
            <a:off x="7127557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0" name="!!a32">
            <a:extLst>
              <a:ext uri="{FF2B5EF4-FFF2-40B4-BE49-F238E27FC236}">
                <a16:creationId xmlns:a16="http://schemas.microsoft.com/office/drawing/2014/main" id="{ACEDA963-1965-4C46-9EB8-26337CDDE720}"/>
              </a:ext>
            </a:extLst>
          </p:cNvPr>
          <p:cNvSpPr txBox="1"/>
          <p:nvPr/>
        </p:nvSpPr>
        <p:spPr>
          <a:xfrm>
            <a:off x="7570364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02BFF8-B4C7-7779-D76A-D80F49BEEFA7}"/>
              </a:ext>
            </a:extLst>
          </p:cNvPr>
          <p:cNvSpPr txBox="1"/>
          <p:nvPr/>
        </p:nvSpPr>
        <p:spPr>
          <a:xfrm>
            <a:off x="8012826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0C326E-F163-839A-C865-B9D16639F4F8}"/>
              </a:ext>
            </a:extLst>
          </p:cNvPr>
          <p:cNvSpPr txBox="1"/>
          <p:nvPr/>
        </p:nvSpPr>
        <p:spPr>
          <a:xfrm>
            <a:off x="8455288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8AC9A2-71FD-3141-2DD6-FB7DDF3BCC3D}"/>
              </a:ext>
            </a:extLst>
          </p:cNvPr>
          <p:cNvSpPr txBox="1"/>
          <p:nvPr/>
        </p:nvSpPr>
        <p:spPr>
          <a:xfrm>
            <a:off x="8898095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B8E965-BB35-0327-B285-7DBB8ABB12BE}"/>
              </a:ext>
            </a:extLst>
          </p:cNvPr>
          <p:cNvSpPr txBox="1"/>
          <p:nvPr/>
        </p:nvSpPr>
        <p:spPr>
          <a:xfrm>
            <a:off x="7127557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ECFCC9-43C5-30D0-D6D4-033D53C92C35}"/>
              </a:ext>
            </a:extLst>
          </p:cNvPr>
          <p:cNvSpPr txBox="1"/>
          <p:nvPr/>
        </p:nvSpPr>
        <p:spPr>
          <a:xfrm>
            <a:off x="7570364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C18A86-09B6-F50B-D463-6688067392D8}"/>
              </a:ext>
            </a:extLst>
          </p:cNvPr>
          <p:cNvSpPr txBox="1"/>
          <p:nvPr/>
        </p:nvSpPr>
        <p:spPr>
          <a:xfrm>
            <a:off x="8012826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B4E0E2-5422-FB0B-DFAD-131A8575FFF7}"/>
              </a:ext>
            </a:extLst>
          </p:cNvPr>
          <p:cNvSpPr txBox="1"/>
          <p:nvPr/>
        </p:nvSpPr>
        <p:spPr>
          <a:xfrm>
            <a:off x="8455288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E45B5A-5F0E-03D3-6BC6-ABEB3817362B}"/>
              </a:ext>
            </a:extLst>
          </p:cNvPr>
          <p:cNvSpPr txBox="1"/>
          <p:nvPr/>
        </p:nvSpPr>
        <p:spPr>
          <a:xfrm>
            <a:off x="8898095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BA51920-6A6D-9C38-06BE-4C5D2739768A}"/>
              </a:ext>
            </a:extLst>
          </p:cNvPr>
          <p:cNvSpPr txBox="1"/>
          <p:nvPr/>
        </p:nvSpPr>
        <p:spPr>
          <a:xfrm>
            <a:off x="7127557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71D24F7-9C65-3510-06FB-254A3BF04389}"/>
              </a:ext>
            </a:extLst>
          </p:cNvPr>
          <p:cNvSpPr txBox="1"/>
          <p:nvPr/>
        </p:nvSpPr>
        <p:spPr>
          <a:xfrm>
            <a:off x="7570364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C368CE-7FF6-8E05-2C4B-D6FDBFFAF524}"/>
              </a:ext>
            </a:extLst>
          </p:cNvPr>
          <p:cNvSpPr txBox="1"/>
          <p:nvPr/>
        </p:nvSpPr>
        <p:spPr>
          <a:xfrm>
            <a:off x="8012826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159B84E-B4E0-758E-8306-3BB845D3FA00}"/>
              </a:ext>
            </a:extLst>
          </p:cNvPr>
          <p:cNvSpPr txBox="1"/>
          <p:nvPr/>
        </p:nvSpPr>
        <p:spPr>
          <a:xfrm>
            <a:off x="8455288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9D46B0-B2D6-AA4E-EEFA-5C525B597152}"/>
              </a:ext>
            </a:extLst>
          </p:cNvPr>
          <p:cNvSpPr txBox="1"/>
          <p:nvPr/>
        </p:nvSpPr>
        <p:spPr>
          <a:xfrm>
            <a:off x="8898095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88457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5376C-EA04-597A-22C7-5AD5620E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1AC1-9B18-1B09-89BA-7F805320A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cxnSp>
        <p:nvCxnSpPr>
          <p:cNvPr id="9" name="!!c3">
            <a:extLst>
              <a:ext uri="{FF2B5EF4-FFF2-40B4-BE49-F238E27FC236}">
                <a16:creationId xmlns:a16="http://schemas.microsoft.com/office/drawing/2014/main" id="{FB929298-B8DE-F109-7F4A-A9D945E4A86B}"/>
              </a:ext>
            </a:extLst>
          </p:cNvPr>
          <p:cNvCxnSpPr>
            <a:cxnSpLocks/>
          </p:cNvCxnSpPr>
          <p:nvPr/>
        </p:nvCxnSpPr>
        <p:spPr>
          <a:xfrm>
            <a:off x="1707873" y="3570973"/>
            <a:ext cx="3680276" cy="177483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E1A3BD-452A-E011-9AEC-D6EE1CE524C5}"/>
              </a:ext>
            </a:extLst>
          </p:cNvPr>
          <p:cNvCxnSpPr>
            <a:cxnSpLocks/>
          </p:cNvCxnSpPr>
          <p:nvPr/>
        </p:nvCxnSpPr>
        <p:spPr>
          <a:xfrm flipV="1">
            <a:off x="4680660" y="3748456"/>
            <a:ext cx="707489" cy="1602669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!!c2">
            <a:extLst>
              <a:ext uri="{FF2B5EF4-FFF2-40B4-BE49-F238E27FC236}">
                <a16:creationId xmlns:a16="http://schemas.microsoft.com/office/drawing/2014/main" id="{5A191057-DAEA-E342-A4CD-7C0D0C333182}"/>
              </a:ext>
            </a:extLst>
          </p:cNvPr>
          <p:cNvCxnSpPr>
            <a:cxnSpLocks/>
          </p:cNvCxnSpPr>
          <p:nvPr/>
        </p:nvCxnSpPr>
        <p:spPr>
          <a:xfrm>
            <a:off x="3744949" y="2562967"/>
            <a:ext cx="1643200" cy="118548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E4B5F4-B06B-1096-650C-B9E8C7771F7E}"/>
              </a:ext>
            </a:extLst>
          </p:cNvPr>
          <p:cNvCxnSpPr>
            <a:cxnSpLocks/>
          </p:cNvCxnSpPr>
          <p:nvPr/>
        </p:nvCxnSpPr>
        <p:spPr>
          <a:xfrm>
            <a:off x="2543000" y="5266904"/>
            <a:ext cx="2137660" cy="84221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89E496-E19A-11D7-2F9A-F36CA4A1C052}"/>
              </a:ext>
            </a:extLst>
          </p:cNvPr>
          <p:cNvCxnSpPr>
            <a:cxnSpLocks/>
          </p:cNvCxnSpPr>
          <p:nvPr/>
        </p:nvCxnSpPr>
        <p:spPr>
          <a:xfrm>
            <a:off x="1873751" y="3570973"/>
            <a:ext cx="749562" cy="1695931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c1">
            <a:extLst>
              <a:ext uri="{FF2B5EF4-FFF2-40B4-BE49-F238E27FC236}">
                <a16:creationId xmlns:a16="http://schemas.microsoft.com/office/drawing/2014/main" id="{C9D9C435-8967-B8DA-3539-9DE6F8AF0D4D}"/>
              </a:ext>
            </a:extLst>
          </p:cNvPr>
          <p:cNvCxnSpPr>
            <a:cxnSpLocks/>
          </p:cNvCxnSpPr>
          <p:nvPr/>
        </p:nvCxnSpPr>
        <p:spPr>
          <a:xfrm flipV="1">
            <a:off x="1895341" y="2562967"/>
            <a:ext cx="1849608" cy="923785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1B3193-789C-377E-1730-911C5B796E39}"/>
              </a:ext>
            </a:extLst>
          </p:cNvPr>
          <p:cNvCxnSpPr>
            <a:cxnSpLocks/>
          </p:cNvCxnSpPr>
          <p:nvPr/>
        </p:nvCxnSpPr>
        <p:spPr>
          <a:xfrm>
            <a:off x="1973178" y="3570973"/>
            <a:ext cx="2707482" cy="1780152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o2">
            <a:extLst>
              <a:ext uri="{FF2B5EF4-FFF2-40B4-BE49-F238E27FC236}">
                <a16:creationId xmlns:a16="http://schemas.microsoft.com/office/drawing/2014/main" id="{B7689E71-5A9E-1D15-FDA3-BED9E815DBAC}"/>
              </a:ext>
            </a:extLst>
          </p:cNvPr>
          <p:cNvSpPr/>
          <p:nvPr/>
        </p:nvSpPr>
        <p:spPr>
          <a:xfrm>
            <a:off x="1410461" y="3026257"/>
            <a:ext cx="926580" cy="926580"/>
          </a:xfrm>
          <a:prstGeom prst="ellipse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>
                    <a:alpha val="5000"/>
                  </a:schemeClr>
                </a:solidFill>
              </a:rPr>
              <a:t>2</a:t>
            </a:r>
          </a:p>
        </p:txBody>
      </p:sp>
      <p:sp>
        <p:nvSpPr>
          <p:cNvPr id="12" name="!!o5">
            <a:extLst>
              <a:ext uri="{FF2B5EF4-FFF2-40B4-BE49-F238E27FC236}">
                <a16:creationId xmlns:a16="http://schemas.microsoft.com/office/drawing/2014/main" id="{ED85FB09-BFF1-8AD9-3EC6-0EEB51D54C8B}"/>
              </a:ext>
            </a:extLst>
          </p:cNvPr>
          <p:cNvSpPr/>
          <p:nvPr/>
        </p:nvSpPr>
        <p:spPr>
          <a:xfrm>
            <a:off x="4217370" y="4803614"/>
            <a:ext cx="926580" cy="926580"/>
          </a:xfrm>
          <a:prstGeom prst="ellipse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>
                    <a:alpha val="5000"/>
                  </a:schemeClr>
                </a:solidFill>
              </a:rPr>
              <a:t>5</a:t>
            </a:r>
          </a:p>
        </p:txBody>
      </p:sp>
      <p:sp>
        <p:nvSpPr>
          <p:cNvPr id="13" name="!!o3">
            <a:extLst>
              <a:ext uri="{FF2B5EF4-FFF2-40B4-BE49-F238E27FC236}">
                <a16:creationId xmlns:a16="http://schemas.microsoft.com/office/drawing/2014/main" id="{F7A18E02-917E-B34E-C20A-1D6923914CED}"/>
              </a:ext>
            </a:extLst>
          </p:cNvPr>
          <p:cNvSpPr/>
          <p:nvPr/>
        </p:nvSpPr>
        <p:spPr>
          <a:xfrm>
            <a:off x="4924859" y="3273959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4" name="!!o4">
            <a:extLst>
              <a:ext uri="{FF2B5EF4-FFF2-40B4-BE49-F238E27FC236}">
                <a16:creationId xmlns:a16="http://schemas.microsoft.com/office/drawing/2014/main" id="{811407DA-6FA2-F713-F9BD-1C3C90489F71}"/>
              </a:ext>
            </a:extLst>
          </p:cNvPr>
          <p:cNvSpPr/>
          <p:nvPr/>
        </p:nvSpPr>
        <p:spPr>
          <a:xfrm>
            <a:off x="2079710" y="4767364"/>
            <a:ext cx="926580" cy="926580"/>
          </a:xfrm>
          <a:prstGeom prst="ellipse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>
                    <a:alpha val="5000"/>
                  </a:schemeClr>
                </a:solidFill>
              </a:rPr>
              <a:t>4</a:t>
            </a:r>
          </a:p>
        </p:txBody>
      </p:sp>
      <p:sp>
        <p:nvSpPr>
          <p:cNvPr id="15" name="!!o1">
            <a:extLst>
              <a:ext uri="{FF2B5EF4-FFF2-40B4-BE49-F238E27FC236}">
                <a16:creationId xmlns:a16="http://schemas.microsoft.com/office/drawing/2014/main" id="{B4BE5954-241C-7BFA-C163-A07647B9AE63}"/>
              </a:ext>
            </a:extLst>
          </p:cNvPr>
          <p:cNvSpPr/>
          <p:nvPr/>
        </p:nvSpPr>
        <p:spPr>
          <a:xfrm>
            <a:off x="3254287" y="2099677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E73B16-A71C-1C77-8F5B-616EF7C02C2F}"/>
              </a:ext>
            </a:extLst>
          </p:cNvPr>
          <p:cNvSpPr txBox="1"/>
          <p:nvPr/>
        </p:nvSpPr>
        <p:spPr>
          <a:xfrm>
            <a:off x="7212925" y="1928325"/>
            <a:ext cx="1898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Adjacency matrix</a:t>
            </a:r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50B7B83F-5522-57E2-B645-E4490FF43DE7}"/>
              </a:ext>
            </a:extLst>
          </p:cNvPr>
          <p:cNvSpPr/>
          <p:nvPr/>
        </p:nvSpPr>
        <p:spPr>
          <a:xfrm>
            <a:off x="6992848" y="2403909"/>
            <a:ext cx="288758" cy="228182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CF133A06-878D-797A-CFD3-4044FE6AE16B}"/>
              </a:ext>
            </a:extLst>
          </p:cNvPr>
          <p:cNvSpPr/>
          <p:nvPr/>
        </p:nvSpPr>
        <p:spPr>
          <a:xfrm rot="10800000">
            <a:off x="8996988" y="2403158"/>
            <a:ext cx="288758" cy="228257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E9D306-1B15-EBC6-895D-A60EF21D0BF2}"/>
              </a:ext>
            </a:extLst>
          </p:cNvPr>
          <p:cNvSpPr txBox="1"/>
          <p:nvPr/>
        </p:nvSpPr>
        <p:spPr>
          <a:xfrm>
            <a:off x="7127557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!!a12">
            <a:extLst>
              <a:ext uri="{FF2B5EF4-FFF2-40B4-BE49-F238E27FC236}">
                <a16:creationId xmlns:a16="http://schemas.microsoft.com/office/drawing/2014/main" id="{1296A2C1-AD84-E573-A8E6-D31BD39C375E}"/>
              </a:ext>
            </a:extLst>
          </p:cNvPr>
          <p:cNvSpPr txBox="1"/>
          <p:nvPr/>
        </p:nvSpPr>
        <p:spPr>
          <a:xfrm>
            <a:off x="7570364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!!a13">
            <a:extLst>
              <a:ext uri="{FF2B5EF4-FFF2-40B4-BE49-F238E27FC236}">
                <a16:creationId xmlns:a16="http://schemas.microsoft.com/office/drawing/2014/main" id="{855C5317-38FA-2F98-C331-46F5432C5324}"/>
              </a:ext>
            </a:extLst>
          </p:cNvPr>
          <p:cNvSpPr txBox="1"/>
          <p:nvPr/>
        </p:nvSpPr>
        <p:spPr>
          <a:xfrm>
            <a:off x="7983009" y="2466931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28972D-C809-75C5-F4D9-B2FB49E57D71}"/>
              </a:ext>
            </a:extLst>
          </p:cNvPr>
          <p:cNvSpPr txBox="1"/>
          <p:nvPr/>
        </p:nvSpPr>
        <p:spPr>
          <a:xfrm>
            <a:off x="8455288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B8AEB8-D0C9-B219-252B-82C906BDA4DF}"/>
              </a:ext>
            </a:extLst>
          </p:cNvPr>
          <p:cNvSpPr txBox="1"/>
          <p:nvPr/>
        </p:nvSpPr>
        <p:spPr>
          <a:xfrm>
            <a:off x="8898095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!!a21">
            <a:extLst>
              <a:ext uri="{FF2B5EF4-FFF2-40B4-BE49-F238E27FC236}">
                <a16:creationId xmlns:a16="http://schemas.microsoft.com/office/drawing/2014/main" id="{116F3B6E-3A89-1394-994B-1CA62B31F006}"/>
              </a:ext>
            </a:extLst>
          </p:cNvPr>
          <p:cNvSpPr txBox="1"/>
          <p:nvPr/>
        </p:nvSpPr>
        <p:spPr>
          <a:xfrm>
            <a:off x="7127557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A4DC23-AB58-3E3C-814C-8E20BB8EBA42}"/>
              </a:ext>
            </a:extLst>
          </p:cNvPr>
          <p:cNvSpPr txBox="1"/>
          <p:nvPr/>
        </p:nvSpPr>
        <p:spPr>
          <a:xfrm>
            <a:off x="7570364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1" name="!!a23">
            <a:extLst>
              <a:ext uri="{FF2B5EF4-FFF2-40B4-BE49-F238E27FC236}">
                <a16:creationId xmlns:a16="http://schemas.microsoft.com/office/drawing/2014/main" id="{843C5F5E-B115-A3DE-D346-5847041602B9}"/>
              </a:ext>
            </a:extLst>
          </p:cNvPr>
          <p:cNvSpPr txBox="1"/>
          <p:nvPr/>
        </p:nvSpPr>
        <p:spPr>
          <a:xfrm>
            <a:off x="8012826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27432D-B026-FEF0-F177-C00A0E70DFF2}"/>
              </a:ext>
            </a:extLst>
          </p:cNvPr>
          <p:cNvSpPr txBox="1"/>
          <p:nvPr/>
        </p:nvSpPr>
        <p:spPr>
          <a:xfrm>
            <a:off x="8455288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F71A3B-6533-7B53-7A42-131C0F24EC66}"/>
              </a:ext>
            </a:extLst>
          </p:cNvPr>
          <p:cNvSpPr txBox="1"/>
          <p:nvPr/>
        </p:nvSpPr>
        <p:spPr>
          <a:xfrm>
            <a:off x="8898095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!!a31">
            <a:extLst>
              <a:ext uri="{FF2B5EF4-FFF2-40B4-BE49-F238E27FC236}">
                <a16:creationId xmlns:a16="http://schemas.microsoft.com/office/drawing/2014/main" id="{0A381778-3D6C-4789-656D-E6B3B3C1AA7C}"/>
              </a:ext>
            </a:extLst>
          </p:cNvPr>
          <p:cNvSpPr txBox="1"/>
          <p:nvPr/>
        </p:nvSpPr>
        <p:spPr>
          <a:xfrm>
            <a:off x="7097740" y="3325753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0" name="!!a32">
            <a:extLst>
              <a:ext uri="{FF2B5EF4-FFF2-40B4-BE49-F238E27FC236}">
                <a16:creationId xmlns:a16="http://schemas.microsoft.com/office/drawing/2014/main" id="{0C91B9B9-E6B5-F290-ACF8-65EFCA9EC19F}"/>
              </a:ext>
            </a:extLst>
          </p:cNvPr>
          <p:cNvSpPr txBox="1"/>
          <p:nvPr/>
        </p:nvSpPr>
        <p:spPr>
          <a:xfrm>
            <a:off x="7570364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F943C8-D487-CA24-FDF5-C2E144E98BB6}"/>
              </a:ext>
            </a:extLst>
          </p:cNvPr>
          <p:cNvSpPr txBox="1"/>
          <p:nvPr/>
        </p:nvSpPr>
        <p:spPr>
          <a:xfrm>
            <a:off x="8012826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AFDDF5-DAD6-0700-2C80-A54D1FC1893D}"/>
              </a:ext>
            </a:extLst>
          </p:cNvPr>
          <p:cNvSpPr txBox="1"/>
          <p:nvPr/>
        </p:nvSpPr>
        <p:spPr>
          <a:xfrm>
            <a:off x="8455288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055F9B-42A0-466D-A7E0-D3DB4FC166B3}"/>
              </a:ext>
            </a:extLst>
          </p:cNvPr>
          <p:cNvSpPr txBox="1"/>
          <p:nvPr/>
        </p:nvSpPr>
        <p:spPr>
          <a:xfrm>
            <a:off x="8898095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9804BD-B49D-E054-E13E-A1E80371FFA0}"/>
              </a:ext>
            </a:extLst>
          </p:cNvPr>
          <p:cNvSpPr txBox="1"/>
          <p:nvPr/>
        </p:nvSpPr>
        <p:spPr>
          <a:xfrm>
            <a:off x="7127557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33928C-C97A-BF33-5E06-27C429B8E5C8}"/>
              </a:ext>
            </a:extLst>
          </p:cNvPr>
          <p:cNvSpPr txBox="1"/>
          <p:nvPr/>
        </p:nvSpPr>
        <p:spPr>
          <a:xfrm>
            <a:off x="7570364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E4FF33-7DF5-3502-2658-51A7A1E80ED3}"/>
              </a:ext>
            </a:extLst>
          </p:cNvPr>
          <p:cNvSpPr txBox="1"/>
          <p:nvPr/>
        </p:nvSpPr>
        <p:spPr>
          <a:xfrm>
            <a:off x="8012826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12C99F-A5F2-03AA-AC19-FC8E0AC85B1D}"/>
              </a:ext>
            </a:extLst>
          </p:cNvPr>
          <p:cNvSpPr txBox="1"/>
          <p:nvPr/>
        </p:nvSpPr>
        <p:spPr>
          <a:xfrm>
            <a:off x="8455288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BBFD31-DA01-3036-07A2-531D29760A1D}"/>
              </a:ext>
            </a:extLst>
          </p:cNvPr>
          <p:cNvSpPr txBox="1"/>
          <p:nvPr/>
        </p:nvSpPr>
        <p:spPr>
          <a:xfrm>
            <a:off x="8898095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9D4A8C-88DE-9CC2-5369-D1E523A943D8}"/>
              </a:ext>
            </a:extLst>
          </p:cNvPr>
          <p:cNvSpPr txBox="1"/>
          <p:nvPr/>
        </p:nvSpPr>
        <p:spPr>
          <a:xfrm>
            <a:off x="7127557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0885C5A-7111-E4A2-6A6F-1DA959AB4626}"/>
              </a:ext>
            </a:extLst>
          </p:cNvPr>
          <p:cNvSpPr txBox="1"/>
          <p:nvPr/>
        </p:nvSpPr>
        <p:spPr>
          <a:xfrm>
            <a:off x="7570364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569331-139A-5F8F-45B8-0ADCFF4C5102}"/>
              </a:ext>
            </a:extLst>
          </p:cNvPr>
          <p:cNvSpPr txBox="1"/>
          <p:nvPr/>
        </p:nvSpPr>
        <p:spPr>
          <a:xfrm>
            <a:off x="8012826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4C45907-A8B9-97B8-E939-4E3905816EC1}"/>
              </a:ext>
            </a:extLst>
          </p:cNvPr>
          <p:cNvSpPr txBox="1"/>
          <p:nvPr/>
        </p:nvSpPr>
        <p:spPr>
          <a:xfrm>
            <a:off x="8455288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342C3B-A857-58AB-F7EE-33898573FA1B}"/>
              </a:ext>
            </a:extLst>
          </p:cNvPr>
          <p:cNvSpPr txBox="1"/>
          <p:nvPr/>
        </p:nvSpPr>
        <p:spPr>
          <a:xfrm>
            <a:off x="8898095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99964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7EF3D-3A8E-E80C-B546-AABF390CB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B32E5-81B8-07BE-C5F3-9F8F7A3D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cxnSp>
        <p:nvCxnSpPr>
          <p:cNvPr id="9" name="!!c3">
            <a:extLst>
              <a:ext uri="{FF2B5EF4-FFF2-40B4-BE49-F238E27FC236}">
                <a16:creationId xmlns:a16="http://schemas.microsoft.com/office/drawing/2014/main" id="{CBC55F52-8B37-86A5-6FAE-AC186A2C311C}"/>
              </a:ext>
            </a:extLst>
          </p:cNvPr>
          <p:cNvCxnSpPr>
            <a:cxnSpLocks/>
          </p:cNvCxnSpPr>
          <p:nvPr/>
        </p:nvCxnSpPr>
        <p:spPr>
          <a:xfrm>
            <a:off x="1707873" y="3570973"/>
            <a:ext cx="3680276" cy="177483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1CC173-5F22-98AA-20A8-390CC0BECEF7}"/>
              </a:ext>
            </a:extLst>
          </p:cNvPr>
          <p:cNvCxnSpPr>
            <a:cxnSpLocks/>
          </p:cNvCxnSpPr>
          <p:nvPr/>
        </p:nvCxnSpPr>
        <p:spPr>
          <a:xfrm flipV="1">
            <a:off x="4680660" y="3748456"/>
            <a:ext cx="707489" cy="1602669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!!c2">
            <a:extLst>
              <a:ext uri="{FF2B5EF4-FFF2-40B4-BE49-F238E27FC236}">
                <a16:creationId xmlns:a16="http://schemas.microsoft.com/office/drawing/2014/main" id="{AAEC9E71-FE79-CB03-5BFD-8BC8E72AE690}"/>
              </a:ext>
            </a:extLst>
          </p:cNvPr>
          <p:cNvCxnSpPr>
            <a:cxnSpLocks/>
          </p:cNvCxnSpPr>
          <p:nvPr/>
        </p:nvCxnSpPr>
        <p:spPr>
          <a:xfrm>
            <a:off x="3744949" y="2562967"/>
            <a:ext cx="1643200" cy="1185489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D0F8C0-0A5B-575C-946B-35D9926DEC99}"/>
              </a:ext>
            </a:extLst>
          </p:cNvPr>
          <p:cNvCxnSpPr>
            <a:cxnSpLocks/>
          </p:cNvCxnSpPr>
          <p:nvPr/>
        </p:nvCxnSpPr>
        <p:spPr>
          <a:xfrm>
            <a:off x="2543000" y="5266904"/>
            <a:ext cx="2137660" cy="84221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414495-ECE0-6A55-F387-2EF067106316}"/>
              </a:ext>
            </a:extLst>
          </p:cNvPr>
          <p:cNvCxnSpPr>
            <a:cxnSpLocks/>
          </p:cNvCxnSpPr>
          <p:nvPr/>
        </p:nvCxnSpPr>
        <p:spPr>
          <a:xfrm>
            <a:off x="1873751" y="3570973"/>
            <a:ext cx="749562" cy="1695931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c1">
            <a:extLst>
              <a:ext uri="{FF2B5EF4-FFF2-40B4-BE49-F238E27FC236}">
                <a16:creationId xmlns:a16="http://schemas.microsoft.com/office/drawing/2014/main" id="{A79B82C4-6612-FBCD-689C-246F5A1F9D8B}"/>
              </a:ext>
            </a:extLst>
          </p:cNvPr>
          <p:cNvCxnSpPr>
            <a:cxnSpLocks/>
          </p:cNvCxnSpPr>
          <p:nvPr/>
        </p:nvCxnSpPr>
        <p:spPr>
          <a:xfrm flipV="1">
            <a:off x="1895341" y="2562967"/>
            <a:ext cx="1849608" cy="923785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F19C38-45B4-19C0-EC73-6C94E1B203F1}"/>
              </a:ext>
            </a:extLst>
          </p:cNvPr>
          <p:cNvCxnSpPr>
            <a:cxnSpLocks/>
          </p:cNvCxnSpPr>
          <p:nvPr/>
        </p:nvCxnSpPr>
        <p:spPr>
          <a:xfrm>
            <a:off x="1973178" y="3570973"/>
            <a:ext cx="2707482" cy="1780152"/>
          </a:xfrm>
          <a:prstGeom prst="line">
            <a:avLst/>
          </a:prstGeom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o2">
            <a:extLst>
              <a:ext uri="{FF2B5EF4-FFF2-40B4-BE49-F238E27FC236}">
                <a16:creationId xmlns:a16="http://schemas.microsoft.com/office/drawing/2014/main" id="{17CA5C5C-E78E-4511-0A4D-441DCF349DB7}"/>
              </a:ext>
            </a:extLst>
          </p:cNvPr>
          <p:cNvSpPr/>
          <p:nvPr/>
        </p:nvSpPr>
        <p:spPr>
          <a:xfrm>
            <a:off x="1410461" y="3026257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2" name="!!o5">
            <a:extLst>
              <a:ext uri="{FF2B5EF4-FFF2-40B4-BE49-F238E27FC236}">
                <a16:creationId xmlns:a16="http://schemas.microsoft.com/office/drawing/2014/main" id="{C8A5E561-A034-4928-65F2-1F571428AF47}"/>
              </a:ext>
            </a:extLst>
          </p:cNvPr>
          <p:cNvSpPr/>
          <p:nvPr/>
        </p:nvSpPr>
        <p:spPr>
          <a:xfrm>
            <a:off x="4217370" y="4803614"/>
            <a:ext cx="926580" cy="926580"/>
          </a:xfrm>
          <a:prstGeom prst="ellipse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>
                    <a:alpha val="5000"/>
                  </a:schemeClr>
                </a:solidFill>
              </a:rPr>
              <a:t>5</a:t>
            </a:r>
          </a:p>
        </p:txBody>
      </p:sp>
      <p:sp>
        <p:nvSpPr>
          <p:cNvPr id="13" name="!!o3">
            <a:extLst>
              <a:ext uri="{FF2B5EF4-FFF2-40B4-BE49-F238E27FC236}">
                <a16:creationId xmlns:a16="http://schemas.microsoft.com/office/drawing/2014/main" id="{3A9E7B36-A652-919B-9805-49937247B484}"/>
              </a:ext>
            </a:extLst>
          </p:cNvPr>
          <p:cNvSpPr/>
          <p:nvPr/>
        </p:nvSpPr>
        <p:spPr>
          <a:xfrm>
            <a:off x="4924859" y="3273959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4" name="!!o4">
            <a:extLst>
              <a:ext uri="{FF2B5EF4-FFF2-40B4-BE49-F238E27FC236}">
                <a16:creationId xmlns:a16="http://schemas.microsoft.com/office/drawing/2014/main" id="{97363FD6-A201-56EE-A0C9-6BB66A81D682}"/>
              </a:ext>
            </a:extLst>
          </p:cNvPr>
          <p:cNvSpPr/>
          <p:nvPr/>
        </p:nvSpPr>
        <p:spPr>
          <a:xfrm>
            <a:off x="2079710" y="4767364"/>
            <a:ext cx="926580" cy="926580"/>
          </a:xfrm>
          <a:prstGeom prst="ellipse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>
                    <a:alpha val="5000"/>
                  </a:schemeClr>
                </a:solidFill>
              </a:rPr>
              <a:t>4</a:t>
            </a:r>
          </a:p>
        </p:txBody>
      </p:sp>
      <p:sp>
        <p:nvSpPr>
          <p:cNvPr id="15" name="!!o1">
            <a:extLst>
              <a:ext uri="{FF2B5EF4-FFF2-40B4-BE49-F238E27FC236}">
                <a16:creationId xmlns:a16="http://schemas.microsoft.com/office/drawing/2014/main" id="{49C37BC5-8A74-7347-2BD4-D80B98114A1E}"/>
              </a:ext>
            </a:extLst>
          </p:cNvPr>
          <p:cNvSpPr/>
          <p:nvPr/>
        </p:nvSpPr>
        <p:spPr>
          <a:xfrm>
            <a:off x="3254287" y="2099677"/>
            <a:ext cx="926580" cy="926580"/>
          </a:xfrm>
          <a:prstGeom prst="ellipse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 w="38100">
            <a:solidFill>
              <a:schemeClr val="accent4">
                <a:alpha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>
                    <a:alpha val="5000"/>
                  </a:schemeClr>
                </a:solidFill>
              </a:rPr>
              <a:t>1</a:t>
            </a: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8B123A69-1BFB-E097-5666-D92608E3D8F2}"/>
              </a:ext>
            </a:extLst>
          </p:cNvPr>
          <p:cNvSpPr/>
          <p:nvPr/>
        </p:nvSpPr>
        <p:spPr>
          <a:xfrm>
            <a:off x="6992848" y="2403909"/>
            <a:ext cx="288758" cy="228182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E6B3211D-941C-6E10-A7D5-EF161AD5DDD1}"/>
              </a:ext>
            </a:extLst>
          </p:cNvPr>
          <p:cNvSpPr/>
          <p:nvPr/>
        </p:nvSpPr>
        <p:spPr>
          <a:xfrm rot="10800000">
            <a:off x="8996988" y="2403158"/>
            <a:ext cx="288758" cy="228257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416EF-BD9D-C130-8A2D-84D7328D192F}"/>
              </a:ext>
            </a:extLst>
          </p:cNvPr>
          <p:cNvSpPr txBox="1"/>
          <p:nvPr/>
        </p:nvSpPr>
        <p:spPr>
          <a:xfrm>
            <a:off x="7127557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!!a12">
            <a:extLst>
              <a:ext uri="{FF2B5EF4-FFF2-40B4-BE49-F238E27FC236}">
                <a16:creationId xmlns:a16="http://schemas.microsoft.com/office/drawing/2014/main" id="{86DADC6E-1987-4ADB-93CF-9AB4FFE75D0F}"/>
              </a:ext>
            </a:extLst>
          </p:cNvPr>
          <p:cNvSpPr txBox="1"/>
          <p:nvPr/>
        </p:nvSpPr>
        <p:spPr>
          <a:xfrm>
            <a:off x="7570364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!!a13">
            <a:extLst>
              <a:ext uri="{FF2B5EF4-FFF2-40B4-BE49-F238E27FC236}">
                <a16:creationId xmlns:a16="http://schemas.microsoft.com/office/drawing/2014/main" id="{F2233037-0ED9-E61B-6652-DD195991D06E}"/>
              </a:ext>
            </a:extLst>
          </p:cNvPr>
          <p:cNvSpPr txBox="1"/>
          <p:nvPr/>
        </p:nvSpPr>
        <p:spPr>
          <a:xfrm>
            <a:off x="8012826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EBDB8-D0C6-D3AF-9BA5-362C21D6169C}"/>
              </a:ext>
            </a:extLst>
          </p:cNvPr>
          <p:cNvSpPr txBox="1"/>
          <p:nvPr/>
        </p:nvSpPr>
        <p:spPr>
          <a:xfrm>
            <a:off x="8455288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CA4FB-583B-5A30-BE03-429D4162580E}"/>
              </a:ext>
            </a:extLst>
          </p:cNvPr>
          <p:cNvSpPr txBox="1"/>
          <p:nvPr/>
        </p:nvSpPr>
        <p:spPr>
          <a:xfrm>
            <a:off x="8898095" y="2516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5" name="!!a21">
            <a:extLst>
              <a:ext uri="{FF2B5EF4-FFF2-40B4-BE49-F238E27FC236}">
                <a16:creationId xmlns:a16="http://schemas.microsoft.com/office/drawing/2014/main" id="{DD010CBF-8D31-885A-1260-BEBFB8ED3202}"/>
              </a:ext>
            </a:extLst>
          </p:cNvPr>
          <p:cNvSpPr txBox="1"/>
          <p:nvPr/>
        </p:nvSpPr>
        <p:spPr>
          <a:xfrm>
            <a:off x="7127557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B2A163-70E2-2A24-7884-8D967802916D}"/>
              </a:ext>
            </a:extLst>
          </p:cNvPr>
          <p:cNvSpPr txBox="1"/>
          <p:nvPr/>
        </p:nvSpPr>
        <p:spPr>
          <a:xfrm>
            <a:off x="7570364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7" name="!!a23">
            <a:extLst>
              <a:ext uri="{FF2B5EF4-FFF2-40B4-BE49-F238E27FC236}">
                <a16:creationId xmlns:a16="http://schemas.microsoft.com/office/drawing/2014/main" id="{55D740BD-FF68-152C-D303-5130C0AE865A}"/>
              </a:ext>
            </a:extLst>
          </p:cNvPr>
          <p:cNvSpPr txBox="1"/>
          <p:nvPr/>
        </p:nvSpPr>
        <p:spPr>
          <a:xfrm>
            <a:off x="7983009" y="289634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BA110D-B68F-9ED5-6CAB-5F22C7AF9023}"/>
              </a:ext>
            </a:extLst>
          </p:cNvPr>
          <p:cNvSpPr txBox="1"/>
          <p:nvPr/>
        </p:nvSpPr>
        <p:spPr>
          <a:xfrm>
            <a:off x="8455288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805573-A172-66D4-AAA2-64A418D312AA}"/>
              </a:ext>
            </a:extLst>
          </p:cNvPr>
          <p:cNvSpPr txBox="1"/>
          <p:nvPr/>
        </p:nvSpPr>
        <p:spPr>
          <a:xfrm>
            <a:off x="8898095" y="29460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!!a31">
            <a:extLst>
              <a:ext uri="{FF2B5EF4-FFF2-40B4-BE49-F238E27FC236}">
                <a16:creationId xmlns:a16="http://schemas.microsoft.com/office/drawing/2014/main" id="{F1B21A96-5036-DAE6-B85D-C5590BD0BBCC}"/>
              </a:ext>
            </a:extLst>
          </p:cNvPr>
          <p:cNvSpPr txBox="1"/>
          <p:nvPr/>
        </p:nvSpPr>
        <p:spPr>
          <a:xfrm>
            <a:off x="7127557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!!a32">
            <a:extLst>
              <a:ext uri="{FF2B5EF4-FFF2-40B4-BE49-F238E27FC236}">
                <a16:creationId xmlns:a16="http://schemas.microsoft.com/office/drawing/2014/main" id="{0AEC2363-A298-C877-9F0C-6228E3A38ADC}"/>
              </a:ext>
            </a:extLst>
          </p:cNvPr>
          <p:cNvSpPr txBox="1"/>
          <p:nvPr/>
        </p:nvSpPr>
        <p:spPr>
          <a:xfrm>
            <a:off x="7540547" y="3325753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D49D18-5216-1015-1BBF-CA2ADE75B94C}"/>
              </a:ext>
            </a:extLst>
          </p:cNvPr>
          <p:cNvSpPr txBox="1"/>
          <p:nvPr/>
        </p:nvSpPr>
        <p:spPr>
          <a:xfrm>
            <a:off x="8012826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406247-28E5-550F-6E62-C0B6B0557FFD}"/>
              </a:ext>
            </a:extLst>
          </p:cNvPr>
          <p:cNvSpPr txBox="1"/>
          <p:nvPr/>
        </p:nvSpPr>
        <p:spPr>
          <a:xfrm>
            <a:off x="8455288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2A2B4C-69EC-7FDC-5A1B-A2FE7ACFC950}"/>
              </a:ext>
            </a:extLst>
          </p:cNvPr>
          <p:cNvSpPr txBox="1"/>
          <p:nvPr/>
        </p:nvSpPr>
        <p:spPr>
          <a:xfrm>
            <a:off x="8898095" y="33754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1FCF67-8D26-6A71-2FF0-BCCC9135A637}"/>
              </a:ext>
            </a:extLst>
          </p:cNvPr>
          <p:cNvSpPr txBox="1"/>
          <p:nvPr/>
        </p:nvSpPr>
        <p:spPr>
          <a:xfrm>
            <a:off x="7127557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9CDEDA-BC68-C1C8-1752-436DEF8D7286}"/>
              </a:ext>
            </a:extLst>
          </p:cNvPr>
          <p:cNvSpPr txBox="1"/>
          <p:nvPr/>
        </p:nvSpPr>
        <p:spPr>
          <a:xfrm>
            <a:off x="7570364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32C03C-212B-63AE-924B-A870D960ADFC}"/>
              </a:ext>
            </a:extLst>
          </p:cNvPr>
          <p:cNvSpPr txBox="1"/>
          <p:nvPr/>
        </p:nvSpPr>
        <p:spPr>
          <a:xfrm>
            <a:off x="8012826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564B04-BE97-4209-EA35-81ED2042C263}"/>
              </a:ext>
            </a:extLst>
          </p:cNvPr>
          <p:cNvSpPr txBox="1"/>
          <p:nvPr/>
        </p:nvSpPr>
        <p:spPr>
          <a:xfrm>
            <a:off x="8455288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4ECEA4-A5D3-0CB1-2E45-E0465234381C}"/>
              </a:ext>
            </a:extLst>
          </p:cNvPr>
          <p:cNvSpPr txBox="1"/>
          <p:nvPr/>
        </p:nvSpPr>
        <p:spPr>
          <a:xfrm>
            <a:off x="8898095" y="38048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44EC23-87C2-4B25-37C7-E83A5B7E211E}"/>
              </a:ext>
            </a:extLst>
          </p:cNvPr>
          <p:cNvSpPr txBox="1"/>
          <p:nvPr/>
        </p:nvSpPr>
        <p:spPr>
          <a:xfrm>
            <a:off x="7127557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93FAE5-31F4-6848-CB41-66A2908793AE}"/>
              </a:ext>
            </a:extLst>
          </p:cNvPr>
          <p:cNvSpPr txBox="1"/>
          <p:nvPr/>
        </p:nvSpPr>
        <p:spPr>
          <a:xfrm>
            <a:off x="7570364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D4D2EE-E3EE-21B5-B413-9BB4142C1AFF}"/>
              </a:ext>
            </a:extLst>
          </p:cNvPr>
          <p:cNvSpPr txBox="1"/>
          <p:nvPr/>
        </p:nvSpPr>
        <p:spPr>
          <a:xfrm>
            <a:off x="8012826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38FF95-C7CD-B0EA-6AD3-9221AC3FC1BC}"/>
              </a:ext>
            </a:extLst>
          </p:cNvPr>
          <p:cNvSpPr txBox="1"/>
          <p:nvPr/>
        </p:nvSpPr>
        <p:spPr>
          <a:xfrm>
            <a:off x="8455288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E1461C-F318-A3AC-9EE6-80EB5781FA54}"/>
              </a:ext>
            </a:extLst>
          </p:cNvPr>
          <p:cNvSpPr txBox="1"/>
          <p:nvPr/>
        </p:nvSpPr>
        <p:spPr>
          <a:xfrm>
            <a:off x="8898095" y="42342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6681F8-3E7F-1BFA-6D78-F2EB251BD6FA}"/>
              </a:ext>
            </a:extLst>
          </p:cNvPr>
          <p:cNvSpPr txBox="1"/>
          <p:nvPr/>
        </p:nvSpPr>
        <p:spPr>
          <a:xfrm>
            <a:off x="7212925" y="1928325"/>
            <a:ext cx="1898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1461484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5513D-0E53-47BA-A847-B3C536A8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95CD-6E2A-CF06-7BF8-EA2EBE6F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F05497-6C83-895A-8F54-83DB3E02A2A4}"/>
              </a:ext>
            </a:extLst>
          </p:cNvPr>
          <p:cNvSpPr txBox="1"/>
          <p:nvPr/>
        </p:nvSpPr>
        <p:spPr>
          <a:xfrm>
            <a:off x="4306086" y="2570911"/>
            <a:ext cx="1788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Weighted nodes</a:t>
            </a:r>
          </a:p>
        </p:txBody>
      </p:sp>
      <p:sp>
        <p:nvSpPr>
          <p:cNvPr id="77" name="!!u1">
            <a:extLst>
              <a:ext uri="{FF2B5EF4-FFF2-40B4-BE49-F238E27FC236}">
                <a16:creationId xmlns:a16="http://schemas.microsoft.com/office/drawing/2014/main" id="{610B1256-6B47-AC5E-1AEA-112694E3422C}"/>
              </a:ext>
            </a:extLst>
          </p:cNvPr>
          <p:cNvSpPr/>
          <p:nvPr/>
        </p:nvSpPr>
        <p:spPr>
          <a:xfrm>
            <a:off x="3121298" y="2691555"/>
            <a:ext cx="497375" cy="497375"/>
          </a:xfrm>
          <a:prstGeom prst="ellipse">
            <a:avLst/>
          </a:prstGeom>
          <a:noFill/>
          <a:ln w="38100">
            <a:solidFill>
              <a:schemeClr val="accent4">
                <a:alpha val="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!!u2">
            <a:extLst>
              <a:ext uri="{FF2B5EF4-FFF2-40B4-BE49-F238E27FC236}">
                <a16:creationId xmlns:a16="http://schemas.microsoft.com/office/drawing/2014/main" id="{676E8608-B96F-87D4-ECB8-42DCF079FB0B}"/>
              </a:ext>
            </a:extLst>
          </p:cNvPr>
          <p:cNvSpPr/>
          <p:nvPr/>
        </p:nvSpPr>
        <p:spPr>
          <a:xfrm>
            <a:off x="1888615" y="3127748"/>
            <a:ext cx="602503" cy="602503"/>
          </a:xfrm>
          <a:prstGeom prst="ellipse">
            <a:avLst/>
          </a:prstGeom>
          <a:noFill/>
          <a:ln w="38100">
            <a:solidFill>
              <a:schemeClr val="accent4">
                <a:alpha val="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!!u6">
            <a:extLst>
              <a:ext uri="{FF2B5EF4-FFF2-40B4-BE49-F238E27FC236}">
                <a16:creationId xmlns:a16="http://schemas.microsoft.com/office/drawing/2014/main" id="{6C28706D-C092-57A0-35D4-1BE17BD2A55C}"/>
              </a:ext>
            </a:extLst>
          </p:cNvPr>
          <p:cNvSpPr/>
          <p:nvPr/>
        </p:nvSpPr>
        <p:spPr>
          <a:xfrm>
            <a:off x="2008514" y="2882074"/>
            <a:ext cx="497375" cy="497375"/>
          </a:xfrm>
          <a:prstGeom prst="ellipse">
            <a:avLst/>
          </a:prstGeom>
          <a:noFill/>
          <a:ln w="38100">
            <a:solidFill>
              <a:schemeClr val="accent4">
                <a:alpha val="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!!u7">
            <a:extLst>
              <a:ext uri="{FF2B5EF4-FFF2-40B4-BE49-F238E27FC236}">
                <a16:creationId xmlns:a16="http://schemas.microsoft.com/office/drawing/2014/main" id="{B953C174-D4CB-0D20-589E-A4DEF296DDE0}"/>
              </a:ext>
            </a:extLst>
          </p:cNvPr>
          <p:cNvSpPr/>
          <p:nvPr/>
        </p:nvSpPr>
        <p:spPr>
          <a:xfrm>
            <a:off x="2347790" y="1843568"/>
            <a:ext cx="497376" cy="497376"/>
          </a:xfrm>
          <a:prstGeom prst="ellipse">
            <a:avLst/>
          </a:prstGeom>
          <a:noFill/>
          <a:ln w="38100">
            <a:solidFill>
              <a:schemeClr val="accent4">
                <a:alpha val="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!!u5">
            <a:extLst>
              <a:ext uri="{FF2B5EF4-FFF2-40B4-BE49-F238E27FC236}">
                <a16:creationId xmlns:a16="http://schemas.microsoft.com/office/drawing/2014/main" id="{99A5D41B-1DA7-65D5-E897-B7E72E74347F}"/>
              </a:ext>
            </a:extLst>
          </p:cNvPr>
          <p:cNvSpPr/>
          <p:nvPr/>
        </p:nvSpPr>
        <p:spPr>
          <a:xfrm>
            <a:off x="2295227" y="1791005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!!u4">
            <a:extLst>
              <a:ext uri="{FF2B5EF4-FFF2-40B4-BE49-F238E27FC236}">
                <a16:creationId xmlns:a16="http://schemas.microsoft.com/office/drawing/2014/main" id="{F7840A7D-968C-8EBF-BDF0-44A25827C167}"/>
              </a:ext>
            </a:extLst>
          </p:cNvPr>
          <p:cNvSpPr/>
          <p:nvPr/>
        </p:nvSpPr>
        <p:spPr>
          <a:xfrm>
            <a:off x="1482005" y="2639182"/>
            <a:ext cx="1415725" cy="141572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!!u3">
            <a:extLst>
              <a:ext uri="{FF2B5EF4-FFF2-40B4-BE49-F238E27FC236}">
                <a16:creationId xmlns:a16="http://schemas.microsoft.com/office/drawing/2014/main" id="{3B25D863-6AC0-F196-CB0E-07EE328F1073}"/>
              </a:ext>
            </a:extLst>
          </p:cNvPr>
          <p:cNvSpPr/>
          <p:nvPr/>
        </p:nvSpPr>
        <p:spPr>
          <a:xfrm>
            <a:off x="3041057" y="2393508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65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9606-9B50-2099-13C2-924E71FB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A1E1-0507-2E45-2B84-6234F2E53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4D5539-4E89-C5C9-650D-D8E9878297BF}"/>
              </a:ext>
            </a:extLst>
          </p:cNvPr>
          <p:cNvSpPr txBox="1"/>
          <p:nvPr/>
        </p:nvSpPr>
        <p:spPr>
          <a:xfrm>
            <a:off x="4306086" y="2570911"/>
            <a:ext cx="1788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Weighted nodes</a:t>
            </a:r>
          </a:p>
        </p:txBody>
      </p:sp>
      <p:cxnSp>
        <p:nvCxnSpPr>
          <p:cNvPr id="28" name="!!d3">
            <a:extLst>
              <a:ext uri="{FF2B5EF4-FFF2-40B4-BE49-F238E27FC236}">
                <a16:creationId xmlns:a16="http://schemas.microsoft.com/office/drawing/2014/main" id="{3E7092F8-419D-F4EC-EEF3-EE653DDEB11F}"/>
              </a:ext>
            </a:extLst>
          </p:cNvPr>
          <p:cNvCxnSpPr>
            <a:cxnSpLocks/>
          </p:cNvCxnSpPr>
          <p:nvPr/>
        </p:nvCxnSpPr>
        <p:spPr>
          <a:xfrm>
            <a:off x="1103480" y="4665482"/>
            <a:ext cx="2864157" cy="0"/>
          </a:xfrm>
          <a:prstGeom prst="line">
            <a:avLst/>
          </a:prstGeom>
          <a:ln w="1143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!!d2">
            <a:extLst>
              <a:ext uri="{FF2B5EF4-FFF2-40B4-BE49-F238E27FC236}">
                <a16:creationId xmlns:a16="http://schemas.microsoft.com/office/drawing/2014/main" id="{604AC45F-D6CF-0C96-8723-22D80BFD9B71}"/>
              </a:ext>
            </a:extLst>
          </p:cNvPr>
          <p:cNvCxnSpPr>
            <a:cxnSpLocks/>
          </p:cNvCxnSpPr>
          <p:nvPr/>
        </p:nvCxnSpPr>
        <p:spPr>
          <a:xfrm>
            <a:off x="1103480" y="4878040"/>
            <a:ext cx="2864157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!!d1">
            <a:extLst>
              <a:ext uri="{FF2B5EF4-FFF2-40B4-BE49-F238E27FC236}">
                <a16:creationId xmlns:a16="http://schemas.microsoft.com/office/drawing/2014/main" id="{C4B09D21-5CEC-1B85-04CE-8CE5AB1B950C}"/>
              </a:ext>
            </a:extLst>
          </p:cNvPr>
          <p:cNvCxnSpPr>
            <a:cxnSpLocks/>
          </p:cNvCxnSpPr>
          <p:nvPr/>
        </p:nvCxnSpPr>
        <p:spPr>
          <a:xfrm>
            <a:off x="1103480" y="5078567"/>
            <a:ext cx="2864157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CA1D787-1026-D533-579C-46E288C6B65E}"/>
              </a:ext>
            </a:extLst>
          </p:cNvPr>
          <p:cNvSpPr txBox="1"/>
          <p:nvPr/>
        </p:nvSpPr>
        <p:spPr>
          <a:xfrm>
            <a:off x="4306085" y="4665482"/>
            <a:ext cx="1767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Weighted edges</a:t>
            </a:r>
          </a:p>
        </p:txBody>
      </p:sp>
      <p:cxnSp>
        <p:nvCxnSpPr>
          <p:cNvPr id="3" name="!!d6">
            <a:extLst>
              <a:ext uri="{FF2B5EF4-FFF2-40B4-BE49-F238E27FC236}">
                <a16:creationId xmlns:a16="http://schemas.microsoft.com/office/drawing/2014/main" id="{D03D82BE-79AA-B159-45D7-979B119C8EA4}"/>
              </a:ext>
            </a:extLst>
          </p:cNvPr>
          <p:cNvCxnSpPr>
            <a:cxnSpLocks/>
          </p:cNvCxnSpPr>
          <p:nvPr/>
        </p:nvCxnSpPr>
        <p:spPr>
          <a:xfrm>
            <a:off x="1103480" y="4654827"/>
            <a:ext cx="2864157" cy="0"/>
          </a:xfrm>
          <a:prstGeom prst="line">
            <a:avLst/>
          </a:prstGeom>
          <a:ln w="1143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!!d5">
            <a:extLst>
              <a:ext uri="{FF2B5EF4-FFF2-40B4-BE49-F238E27FC236}">
                <a16:creationId xmlns:a16="http://schemas.microsoft.com/office/drawing/2014/main" id="{6A4EA815-B352-A981-A3A6-D69113420AEF}"/>
              </a:ext>
            </a:extLst>
          </p:cNvPr>
          <p:cNvCxnSpPr>
            <a:cxnSpLocks/>
          </p:cNvCxnSpPr>
          <p:nvPr/>
        </p:nvCxnSpPr>
        <p:spPr>
          <a:xfrm>
            <a:off x="1103480" y="4867385"/>
            <a:ext cx="2864157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4">
            <a:extLst>
              <a:ext uri="{FF2B5EF4-FFF2-40B4-BE49-F238E27FC236}">
                <a16:creationId xmlns:a16="http://schemas.microsoft.com/office/drawing/2014/main" id="{768542AF-24D6-35A9-2267-501C58EAECAE}"/>
              </a:ext>
            </a:extLst>
          </p:cNvPr>
          <p:cNvCxnSpPr>
            <a:cxnSpLocks/>
          </p:cNvCxnSpPr>
          <p:nvPr/>
        </p:nvCxnSpPr>
        <p:spPr>
          <a:xfrm>
            <a:off x="1103480" y="5067912"/>
            <a:ext cx="2864157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9">
            <a:extLst>
              <a:ext uri="{FF2B5EF4-FFF2-40B4-BE49-F238E27FC236}">
                <a16:creationId xmlns:a16="http://schemas.microsoft.com/office/drawing/2014/main" id="{43C437FE-5A2D-A61B-FBB8-11F33D1E986C}"/>
              </a:ext>
            </a:extLst>
          </p:cNvPr>
          <p:cNvCxnSpPr>
            <a:cxnSpLocks/>
          </p:cNvCxnSpPr>
          <p:nvPr/>
        </p:nvCxnSpPr>
        <p:spPr>
          <a:xfrm>
            <a:off x="1103480" y="4665482"/>
            <a:ext cx="2864157" cy="0"/>
          </a:xfrm>
          <a:prstGeom prst="line">
            <a:avLst/>
          </a:prstGeom>
          <a:ln w="1143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8">
            <a:extLst>
              <a:ext uri="{FF2B5EF4-FFF2-40B4-BE49-F238E27FC236}">
                <a16:creationId xmlns:a16="http://schemas.microsoft.com/office/drawing/2014/main" id="{60D53AF5-416A-A873-7B47-9313EA613552}"/>
              </a:ext>
            </a:extLst>
          </p:cNvPr>
          <p:cNvCxnSpPr>
            <a:cxnSpLocks/>
          </p:cNvCxnSpPr>
          <p:nvPr/>
        </p:nvCxnSpPr>
        <p:spPr>
          <a:xfrm>
            <a:off x="1103480" y="4878040"/>
            <a:ext cx="2864157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7">
            <a:extLst>
              <a:ext uri="{FF2B5EF4-FFF2-40B4-BE49-F238E27FC236}">
                <a16:creationId xmlns:a16="http://schemas.microsoft.com/office/drawing/2014/main" id="{F58F9FE4-4908-212C-8DB7-5B46583487DF}"/>
              </a:ext>
            </a:extLst>
          </p:cNvPr>
          <p:cNvCxnSpPr>
            <a:cxnSpLocks/>
          </p:cNvCxnSpPr>
          <p:nvPr/>
        </p:nvCxnSpPr>
        <p:spPr>
          <a:xfrm>
            <a:off x="1103480" y="5078567"/>
            <a:ext cx="2864157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!!u1">
            <a:extLst>
              <a:ext uri="{FF2B5EF4-FFF2-40B4-BE49-F238E27FC236}">
                <a16:creationId xmlns:a16="http://schemas.microsoft.com/office/drawing/2014/main" id="{A888D282-B532-F408-01F8-BF67BEDE42F3}"/>
              </a:ext>
            </a:extLst>
          </p:cNvPr>
          <p:cNvSpPr/>
          <p:nvPr/>
        </p:nvSpPr>
        <p:spPr>
          <a:xfrm>
            <a:off x="3121298" y="2691555"/>
            <a:ext cx="497375" cy="49737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!!u2">
            <a:extLst>
              <a:ext uri="{FF2B5EF4-FFF2-40B4-BE49-F238E27FC236}">
                <a16:creationId xmlns:a16="http://schemas.microsoft.com/office/drawing/2014/main" id="{F5354F85-798F-797B-5A76-62C7F26ED74A}"/>
              </a:ext>
            </a:extLst>
          </p:cNvPr>
          <p:cNvSpPr/>
          <p:nvPr/>
        </p:nvSpPr>
        <p:spPr>
          <a:xfrm>
            <a:off x="1888615" y="3127748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!!u6">
            <a:extLst>
              <a:ext uri="{FF2B5EF4-FFF2-40B4-BE49-F238E27FC236}">
                <a16:creationId xmlns:a16="http://schemas.microsoft.com/office/drawing/2014/main" id="{A29BFF1F-61CD-08F6-E157-CE0EBAC8F6EF}"/>
              </a:ext>
            </a:extLst>
          </p:cNvPr>
          <p:cNvSpPr/>
          <p:nvPr/>
        </p:nvSpPr>
        <p:spPr>
          <a:xfrm>
            <a:off x="2008514" y="2882074"/>
            <a:ext cx="497375" cy="49737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!!u7">
            <a:extLst>
              <a:ext uri="{FF2B5EF4-FFF2-40B4-BE49-F238E27FC236}">
                <a16:creationId xmlns:a16="http://schemas.microsoft.com/office/drawing/2014/main" id="{995DACA1-3C16-CBA8-D3A4-1FDD65327F20}"/>
              </a:ext>
            </a:extLst>
          </p:cNvPr>
          <p:cNvSpPr/>
          <p:nvPr/>
        </p:nvSpPr>
        <p:spPr>
          <a:xfrm>
            <a:off x="2347790" y="1843568"/>
            <a:ext cx="497376" cy="497376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u5">
            <a:extLst>
              <a:ext uri="{FF2B5EF4-FFF2-40B4-BE49-F238E27FC236}">
                <a16:creationId xmlns:a16="http://schemas.microsoft.com/office/drawing/2014/main" id="{55CBCD99-2DE6-8DF3-D875-78E2C3DC0887}"/>
              </a:ext>
            </a:extLst>
          </p:cNvPr>
          <p:cNvSpPr/>
          <p:nvPr/>
        </p:nvSpPr>
        <p:spPr>
          <a:xfrm>
            <a:off x="2295227" y="1791005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u4">
            <a:extLst>
              <a:ext uri="{FF2B5EF4-FFF2-40B4-BE49-F238E27FC236}">
                <a16:creationId xmlns:a16="http://schemas.microsoft.com/office/drawing/2014/main" id="{567833F9-41D8-B820-B2DA-359F7B940525}"/>
              </a:ext>
            </a:extLst>
          </p:cNvPr>
          <p:cNvSpPr/>
          <p:nvPr/>
        </p:nvSpPr>
        <p:spPr>
          <a:xfrm>
            <a:off x="1482005" y="2639182"/>
            <a:ext cx="1415725" cy="141572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!!u3">
            <a:extLst>
              <a:ext uri="{FF2B5EF4-FFF2-40B4-BE49-F238E27FC236}">
                <a16:creationId xmlns:a16="http://schemas.microsoft.com/office/drawing/2014/main" id="{E2615D3A-1845-9833-0AA0-B6D746070121}"/>
              </a:ext>
            </a:extLst>
          </p:cNvPr>
          <p:cNvSpPr/>
          <p:nvPr/>
        </p:nvSpPr>
        <p:spPr>
          <a:xfrm>
            <a:off x="3041057" y="2393508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945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6CD6B-2E14-20CF-2A73-1E3B639E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333E-175D-D996-F65D-2DF02FF0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C26619-22BE-F353-E6B5-E0D37C1735EF}"/>
              </a:ext>
            </a:extLst>
          </p:cNvPr>
          <p:cNvSpPr txBox="1"/>
          <p:nvPr/>
        </p:nvSpPr>
        <p:spPr>
          <a:xfrm>
            <a:off x="4306086" y="2570911"/>
            <a:ext cx="1788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Weighted nodes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3DDF46-C477-B3CC-5997-35D9A16FB167}"/>
              </a:ext>
            </a:extLst>
          </p:cNvPr>
          <p:cNvSpPr txBox="1"/>
          <p:nvPr/>
        </p:nvSpPr>
        <p:spPr>
          <a:xfrm>
            <a:off x="4306085" y="4665482"/>
            <a:ext cx="1767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Weighted edges</a:t>
            </a:r>
          </a:p>
        </p:txBody>
      </p:sp>
      <p:cxnSp>
        <p:nvCxnSpPr>
          <p:cNvPr id="52" name="edge">
            <a:extLst>
              <a:ext uri="{FF2B5EF4-FFF2-40B4-BE49-F238E27FC236}">
                <a16:creationId xmlns:a16="http://schemas.microsoft.com/office/drawing/2014/main" id="{173DEE79-C6E8-40E6-EC1D-27B091F60D3F}"/>
              </a:ext>
            </a:extLst>
          </p:cNvPr>
          <p:cNvCxnSpPr>
            <a:cxnSpLocks/>
          </p:cNvCxnSpPr>
          <p:nvPr/>
        </p:nvCxnSpPr>
        <p:spPr>
          <a:xfrm>
            <a:off x="2063680" y="5765798"/>
            <a:ext cx="190395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dge">
            <a:extLst>
              <a:ext uri="{FF2B5EF4-FFF2-40B4-BE49-F238E27FC236}">
                <a16:creationId xmlns:a16="http://schemas.microsoft.com/office/drawing/2014/main" id="{D4ED7D07-A24C-1636-461B-A51A32958B14}"/>
              </a:ext>
            </a:extLst>
          </p:cNvPr>
          <p:cNvCxnSpPr/>
          <p:nvPr/>
        </p:nvCxnSpPr>
        <p:spPr>
          <a:xfrm>
            <a:off x="2063680" y="6135130"/>
            <a:ext cx="1903957" cy="0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BB53691-6312-C611-A376-43319C591F16}"/>
              </a:ext>
            </a:extLst>
          </p:cNvPr>
          <p:cNvSpPr txBox="1"/>
          <p:nvPr/>
        </p:nvSpPr>
        <p:spPr>
          <a:xfrm>
            <a:off x="4306085" y="5581132"/>
            <a:ext cx="1826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Undirected edge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D9D88E-0F76-F8C0-6239-760910C8620D}"/>
              </a:ext>
            </a:extLst>
          </p:cNvPr>
          <p:cNvSpPr txBox="1"/>
          <p:nvPr/>
        </p:nvSpPr>
        <p:spPr>
          <a:xfrm>
            <a:off x="4306085" y="5950464"/>
            <a:ext cx="1571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Directed edge</a:t>
            </a:r>
          </a:p>
        </p:txBody>
      </p:sp>
      <p:cxnSp>
        <p:nvCxnSpPr>
          <p:cNvPr id="3" name="!!d3">
            <a:extLst>
              <a:ext uri="{FF2B5EF4-FFF2-40B4-BE49-F238E27FC236}">
                <a16:creationId xmlns:a16="http://schemas.microsoft.com/office/drawing/2014/main" id="{EAE33949-20B8-51EE-8FF7-C62F5652FAFA}"/>
              </a:ext>
            </a:extLst>
          </p:cNvPr>
          <p:cNvCxnSpPr>
            <a:cxnSpLocks/>
          </p:cNvCxnSpPr>
          <p:nvPr/>
        </p:nvCxnSpPr>
        <p:spPr>
          <a:xfrm>
            <a:off x="1103480" y="4665482"/>
            <a:ext cx="2864157" cy="0"/>
          </a:xfrm>
          <a:prstGeom prst="line">
            <a:avLst/>
          </a:prstGeom>
          <a:ln w="1143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!!d2">
            <a:extLst>
              <a:ext uri="{FF2B5EF4-FFF2-40B4-BE49-F238E27FC236}">
                <a16:creationId xmlns:a16="http://schemas.microsoft.com/office/drawing/2014/main" id="{05A5FDB7-B660-1306-0F14-88EDD6D7CF88}"/>
              </a:ext>
            </a:extLst>
          </p:cNvPr>
          <p:cNvCxnSpPr>
            <a:cxnSpLocks/>
          </p:cNvCxnSpPr>
          <p:nvPr/>
        </p:nvCxnSpPr>
        <p:spPr>
          <a:xfrm>
            <a:off x="1103480" y="4878040"/>
            <a:ext cx="2864157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1">
            <a:extLst>
              <a:ext uri="{FF2B5EF4-FFF2-40B4-BE49-F238E27FC236}">
                <a16:creationId xmlns:a16="http://schemas.microsoft.com/office/drawing/2014/main" id="{C3FC6BFF-AD61-1793-B337-E5A072EC5EE7}"/>
              </a:ext>
            </a:extLst>
          </p:cNvPr>
          <p:cNvCxnSpPr>
            <a:cxnSpLocks/>
          </p:cNvCxnSpPr>
          <p:nvPr/>
        </p:nvCxnSpPr>
        <p:spPr>
          <a:xfrm>
            <a:off x="1103480" y="5078567"/>
            <a:ext cx="2864157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6">
            <a:extLst>
              <a:ext uri="{FF2B5EF4-FFF2-40B4-BE49-F238E27FC236}">
                <a16:creationId xmlns:a16="http://schemas.microsoft.com/office/drawing/2014/main" id="{F87E5510-6ADA-C5BD-3ECB-6B98B52A2902}"/>
              </a:ext>
            </a:extLst>
          </p:cNvPr>
          <p:cNvCxnSpPr>
            <a:cxnSpLocks/>
          </p:cNvCxnSpPr>
          <p:nvPr/>
        </p:nvCxnSpPr>
        <p:spPr>
          <a:xfrm>
            <a:off x="1103480" y="4654827"/>
            <a:ext cx="2864157" cy="0"/>
          </a:xfrm>
          <a:prstGeom prst="line">
            <a:avLst/>
          </a:prstGeom>
          <a:ln w="1143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5">
            <a:extLst>
              <a:ext uri="{FF2B5EF4-FFF2-40B4-BE49-F238E27FC236}">
                <a16:creationId xmlns:a16="http://schemas.microsoft.com/office/drawing/2014/main" id="{78693CC4-2E26-9EF4-3F1F-A4074467CA42}"/>
              </a:ext>
            </a:extLst>
          </p:cNvPr>
          <p:cNvCxnSpPr>
            <a:cxnSpLocks/>
          </p:cNvCxnSpPr>
          <p:nvPr/>
        </p:nvCxnSpPr>
        <p:spPr>
          <a:xfrm>
            <a:off x="1103480" y="4867385"/>
            <a:ext cx="2864157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4">
            <a:extLst>
              <a:ext uri="{FF2B5EF4-FFF2-40B4-BE49-F238E27FC236}">
                <a16:creationId xmlns:a16="http://schemas.microsoft.com/office/drawing/2014/main" id="{B90A34BE-C9ED-CE8B-73EA-1253980FAE30}"/>
              </a:ext>
            </a:extLst>
          </p:cNvPr>
          <p:cNvCxnSpPr>
            <a:cxnSpLocks/>
          </p:cNvCxnSpPr>
          <p:nvPr/>
        </p:nvCxnSpPr>
        <p:spPr>
          <a:xfrm>
            <a:off x="1103480" y="5067912"/>
            <a:ext cx="2864157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!!d9">
            <a:extLst>
              <a:ext uri="{FF2B5EF4-FFF2-40B4-BE49-F238E27FC236}">
                <a16:creationId xmlns:a16="http://schemas.microsoft.com/office/drawing/2014/main" id="{80292061-403C-4005-B265-ADDEF5E418AA}"/>
              </a:ext>
            </a:extLst>
          </p:cNvPr>
          <p:cNvCxnSpPr>
            <a:cxnSpLocks/>
          </p:cNvCxnSpPr>
          <p:nvPr/>
        </p:nvCxnSpPr>
        <p:spPr>
          <a:xfrm>
            <a:off x="1103480" y="4665482"/>
            <a:ext cx="2864157" cy="0"/>
          </a:xfrm>
          <a:prstGeom prst="line">
            <a:avLst/>
          </a:prstGeom>
          <a:ln w="1143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8">
            <a:extLst>
              <a:ext uri="{FF2B5EF4-FFF2-40B4-BE49-F238E27FC236}">
                <a16:creationId xmlns:a16="http://schemas.microsoft.com/office/drawing/2014/main" id="{0D19EB74-E988-A19F-87D4-E1C5109BB6A7}"/>
              </a:ext>
            </a:extLst>
          </p:cNvPr>
          <p:cNvCxnSpPr>
            <a:cxnSpLocks/>
          </p:cNvCxnSpPr>
          <p:nvPr/>
        </p:nvCxnSpPr>
        <p:spPr>
          <a:xfrm>
            <a:off x="1103480" y="4878040"/>
            <a:ext cx="2864157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d7">
            <a:extLst>
              <a:ext uri="{FF2B5EF4-FFF2-40B4-BE49-F238E27FC236}">
                <a16:creationId xmlns:a16="http://schemas.microsoft.com/office/drawing/2014/main" id="{B941C050-DA5E-C0FA-43BF-08D836996250}"/>
              </a:ext>
            </a:extLst>
          </p:cNvPr>
          <p:cNvCxnSpPr>
            <a:cxnSpLocks/>
          </p:cNvCxnSpPr>
          <p:nvPr/>
        </p:nvCxnSpPr>
        <p:spPr>
          <a:xfrm>
            <a:off x="1103480" y="5078567"/>
            <a:ext cx="2864157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!!u1">
            <a:extLst>
              <a:ext uri="{FF2B5EF4-FFF2-40B4-BE49-F238E27FC236}">
                <a16:creationId xmlns:a16="http://schemas.microsoft.com/office/drawing/2014/main" id="{A1F5D20D-F68B-6C8B-D746-28CA63250FA3}"/>
              </a:ext>
            </a:extLst>
          </p:cNvPr>
          <p:cNvSpPr/>
          <p:nvPr/>
        </p:nvSpPr>
        <p:spPr>
          <a:xfrm>
            <a:off x="3121298" y="2691555"/>
            <a:ext cx="497375" cy="49737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u2">
            <a:extLst>
              <a:ext uri="{FF2B5EF4-FFF2-40B4-BE49-F238E27FC236}">
                <a16:creationId xmlns:a16="http://schemas.microsoft.com/office/drawing/2014/main" id="{6DFEE1D7-770C-A7E1-AA78-7DDB18B7E85E}"/>
              </a:ext>
            </a:extLst>
          </p:cNvPr>
          <p:cNvSpPr/>
          <p:nvPr/>
        </p:nvSpPr>
        <p:spPr>
          <a:xfrm>
            <a:off x="1888615" y="3127748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u6">
            <a:extLst>
              <a:ext uri="{FF2B5EF4-FFF2-40B4-BE49-F238E27FC236}">
                <a16:creationId xmlns:a16="http://schemas.microsoft.com/office/drawing/2014/main" id="{38DA59D5-1F2D-6BF8-89FD-50D07E10133B}"/>
              </a:ext>
            </a:extLst>
          </p:cNvPr>
          <p:cNvSpPr/>
          <p:nvPr/>
        </p:nvSpPr>
        <p:spPr>
          <a:xfrm>
            <a:off x="2008514" y="2882074"/>
            <a:ext cx="497375" cy="49737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!!u7">
            <a:extLst>
              <a:ext uri="{FF2B5EF4-FFF2-40B4-BE49-F238E27FC236}">
                <a16:creationId xmlns:a16="http://schemas.microsoft.com/office/drawing/2014/main" id="{0CA60D87-2970-C336-4884-0EB59EDC1371}"/>
              </a:ext>
            </a:extLst>
          </p:cNvPr>
          <p:cNvSpPr/>
          <p:nvPr/>
        </p:nvSpPr>
        <p:spPr>
          <a:xfrm>
            <a:off x="2347790" y="1843568"/>
            <a:ext cx="497376" cy="497376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u5">
            <a:extLst>
              <a:ext uri="{FF2B5EF4-FFF2-40B4-BE49-F238E27FC236}">
                <a16:creationId xmlns:a16="http://schemas.microsoft.com/office/drawing/2014/main" id="{FC2C65A0-9474-704C-C551-734DB6A24648}"/>
              </a:ext>
            </a:extLst>
          </p:cNvPr>
          <p:cNvSpPr/>
          <p:nvPr/>
        </p:nvSpPr>
        <p:spPr>
          <a:xfrm>
            <a:off x="2295227" y="1791005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!!u4">
            <a:extLst>
              <a:ext uri="{FF2B5EF4-FFF2-40B4-BE49-F238E27FC236}">
                <a16:creationId xmlns:a16="http://schemas.microsoft.com/office/drawing/2014/main" id="{C0C47DE3-2748-2AF7-D98E-670FC4E2A9E3}"/>
              </a:ext>
            </a:extLst>
          </p:cNvPr>
          <p:cNvSpPr/>
          <p:nvPr/>
        </p:nvSpPr>
        <p:spPr>
          <a:xfrm>
            <a:off x="1482005" y="2639182"/>
            <a:ext cx="1415725" cy="141572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u3">
            <a:extLst>
              <a:ext uri="{FF2B5EF4-FFF2-40B4-BE49-F238E27FC236}">
                <a16:creationId xmlns:a16="http://schemas.microsoft.com/office/drawing/2014/main" id="{F76EC2B4-1A18-8249-5170-6E9C5C777690}"/>
              </a:ext>
            </a:extLst>
          </p:cNvPr>
          <p:cNvSpPr/>
          <p:nvPr/>
        </p:nvSpPr>
        <p:spPr>
          <a:xfrm>
            <a:off x="3041057" y="2393508"/>
            <a:ext cx="926580" cy="926580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665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EFE6-D653-B143-B46C-0925A28D0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5031-D2BE-48D5-0E98-118E01CB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cxnSp>
        <p:nvCxnSpPr>
          <p:cNvPr id="28" name="!!d7">
            <a:extLst>
              <a:ext uri="{FF2B5EF4-FFF2-40B4-BE49-F238E27FC236}">
                <a16:creationId xmlns:a16="http://schemas.microsoft.com/office/drawing/2014/main" id="{72AE0DDB-B714-58C1-9DCD-F1315614CCA8}"/>
              </a:ext>
            </a:extLst>
          </p:cNvPr>
          <p:cNvCxnSpPr>
            <a:cxnSpLocks/>
          </p:cNvCxnSpPr>
          <p:nvPr/>
        </p:nvCxnSpPr>
        <p:spPr>
          <a:xfrm>
            <a:off x="8253469" y="3863913"/>
            <a:ext cx="1617363" cy="43786"/>
          </a:xfrm>
          <a:prstGeom prst="line">
            <a:avLst/>
          </a:prstGeom>
          <a:ln w="1143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!!d4">
            <a:extLst>
              <a:ext uri="{FF2B5EF4-FFF2-40B4-BE49-F238E27FC236}">
                <a16:creationId xmlns:a16="http://schemas.microsoft.com/office/drawing/2014/main" id="{EFB2E5BF-E979-BAF1-ADEC-C773E8119335}"/>
              </a:ext>
            </a:extLst>
          </p:cNvPr>
          <p:cNvCxnSpPr>
            <a:cxnSpLocks/>
          </p:cNvCxnSpPr>
          <p:nvPr/>
        </p:nvCxnSpPr>
        <p:spPr>
          <a:xfrm>
            <a:off x="6954722" y="4068852"/>
            <a:ext cx="843730" cy="985486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!!d5">
            <a:extLst>
              <a:ext uri="{FF2B5EF4-FFF2-40B4-BE49-F238E27FC236}">
                <a16:creationId xmlns:a16="http://schemas.microsoft.com/office/drawing/2014/main" id="{F5311435-2DAE-086B-6A0B-6426D9AED4F1}"/>
              </a:ext>
            </a:extLst>
          </p:cNvPr>
          <p:cNvCxnSpPr>
            <a:cxnSpLocks/>
          </p:cNvCxnSpPr>
          <p:nvPr/>
        </p:nvCxnSpPr>
        <p:spPr>
          <a:xfrm flipV="1">
            <a:off x="7781490" y="4817662"/>
            <a:ext cx="1314528" cy="248688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1">
            <a:extLst>
              <a:ext uri="{FF2B5EF4-FFF2-40B4-BE49-F238E27FC236}">
                <a16:creationId xmlns:a16="http://schemas.microsoft.com/office/drawing/2014/main" id="{A52A2AC6-7295-331E-FFFE-14DE5977D223}"/>
              </a:ext>
            </a:extLst>
          </p:cNvPr>
          <p:cNvCxnSpPr>
            <a:cxnSpLocks/>
          </p:cNvCxnSpPr>
          <p:nvPr/>
        </p:nvCxnSpPr>
        <p:spPr>
          <a:xfrm flipV="1">
            <a:off x="6938941" y="2983338"/>
            <a:ext cx="121882" cy="1108159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!!d9">
            <a:extLst>
              <a:ext uri="{FF2B5EF4-FFF2-40B4-BE49-F238E27FC236}">
                <a16:creationId xmlns:a16="http://schemas.microsoft.com/office/drawing/2014/main" id="{0F991276-2B58-1C83-4EEC-C8F8B03DC55D}"/>
              </a:ext>
            </a:extLst>
          </p:cNvPr>
          <p:cNvCxnSpPr>
            <a:cxnSpLocks/>
          </p:cNvCxnSpPr>
          <p:nvPr/>
        </p:nvCxnSpPr>
        <p:spPr>
          <a:xfrm flipV="1">
            <a:off x="8253469" y="2673668"/>
            <a:ext cx="879671" cy="1228472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!!d2">
            <a:extLst>
              <a:ext uri="{FF2B5EF4-FFF2-40B4-BE49-F238E27FC236}">
                <a16:creationId xmlns:a16="http://schemas.microsoft.com/office/drawing/2014/main" id="{09EF7892-B347-F9C0-5BE6-F6CE10B2703D}"/>
              </a:ext>
            </a:extLst>
          </p:cNvPr>
          <p:cNvCxnSpPr>
            <a:cxnSpLocks/>
          </p:cNvCxnSpPr>
          <p:nvPr/>
        </p:nvCxnSpPr>
        <p:spPr>
          <a:xfrm flipV="1">
            <a:off x="6937760" y="3863913"/>
            <a:ext cx="1367093" cy="202397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!!d8">
            <a:extLst>
              <a:ext uri="{FF2B5EF4-FFF2-40B4-BE49-F238E27FC236}">
                <a16:creationId xmlns:a16="http://schemas.microsoft.com/office/drawing/2014/main" id="{910A4621-8E4B-9DB0-5E43-57891C14330D}"/>
              </a:ext>
            </a:extLst>
          </p:cNvPr>
          <p:cNvCxnSpPr>
            <a:cxnSpLocks/>
          </p:cNvCxnSpPr>
          <p:nvPr/>
        </p:nvCxnSpPr>
        <p:spPr>
          <a:xfrm flipH="1" flipV="1">
            <a:off x="9133140" y="2673668"/>
            <a:ext cx="654897" cy="1228472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!!d6">
            <a:extLst>
              <a:ext uri="{FF2B5EF4-FFF2-40B4-BE49-F238E27FC236}">
                <a16:creationId xmlns:a16="http://schemas.microsoft.com/office/drawing/2014/main" id="{0BCDE41A-0CD8-568B-2877-6B0594319FC3}"/>
              </a:ext>
            </a:extLst>
          </p:cNvPr>
          <p:cNvCxnSpPr>
            <a:cxnSpLocks/>
          </p:cNvCxnSpPr>
          <p:nvPr/>
        </p:nvCxnSpPr>
        <p:spPr>
          <a:xfrm flipH="1" flipV="1">
            <a:off x="8346251" y="3876743"/>
            <a:ext cx="715899" cy="922566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d3">
            <a:extLst>
              <a:ext uri="{FF2B5EF4-FFF2-40B4-BE49-F238E27FC236}">
                <a16:creationId xmlns:a16="http://schemas.microsoft.com/office/drawing/2014/main" id="{B14DCCFA-C519-21F6-0E1B-B8EFE7A88288}"/>
              </a:ext>
            </a:extLst>
          </p:cNvPr>
          <p:cNvCxnSpPr>
            <a:cxnSpLocks/>
          </p:cNvCxnSpPr>
          <p:nvPr/>
        </p:nvCxnSpPr>
        <p:spPr>
          <a:xfrm>
            <a:off x="7060823" y="2982051"/>
            <a:ext cx="1244030" cy="899467"/>
          </a:xfrm>
          <a:prstGeom prst="line">
            <a:avLst/>
          </a:prstGeom>
          <a:ln w="1143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!!u4">
            <a:extLst>
              <a:ext uri="{FF2B5EF4-FFF2-40B4-BE49-F238E27FC236}">
                <a16:creationId xmlns:a16="http://schemas.microsoft.com/office/drawing/2014/main" id="{ADD35AEF-D781-6FB0-0432-41B9EBC9B213}"/>
              </a:ext>
            </a:extLst>
          </p:cNvPr>
          <p:cNvSpPr/>
          <p:nvPr/>
        </p:nvSpPr>
        <p:spPr>
          <a:xfrm>
            <a:off x="7952218" y="3562663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!!u3">
            <a:extLst>
              <a:ext uri="{FF2B5EF4-FFF2-40B4-BE49-F238E27FC236}">
                <a16:creationId xmlns:a16="http://schemas.microsoft.com/office/drawing/2014/main" id="{5D70C66D-F87B-C508-67BC-7D490BCB35A0}"/>
              </a:ext>
            </a:extLst>
          </p:cNvPr>
          <p:cNvSpPr/>
          <p:nvPr/>
        </p:nvSpPr>
        <p:spPr>
          <a:xfrm>
            <a:off x="7309511" y="4594371"/>
            <a:ext cx="943959" cy="943959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!!u6">
            <a:extLst>
              <a:ext uri="{FF2B5EF4-FFF2-40B4-BE49-F238E27FC236}">
                <a16:creationId xmlns:a16="http://schemas.microsoft.com/office/drawing/2014/main" id="{4837E3F2-53EE-144E-5D5D-7AA11CFD8520}"/>
              </a:ext>
            </a:extLst>
          </p:cNvPr>
          <p:cNvSpPr/>
          <p:nvPr/>
        </p:nvSpPr>
        <p:spPr>
          <a:xfrm>
            <a:off x="8847331" y="4568975"/>
            <a:ext cx="497375" cy="49737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!!u7">
            <a:extLst>
              <a:ext uri="{FF2B5EF4-FFF2-40B4-BE49-F238E27FC236}">
                <a16:creationId xmlns:a16="http://schemas.microsoft.com/office/drawing/2014/main" id="{3B6B60A1-89F2-190C-855A-449FFD13B69D}"/>
              </a:ext>
            </a:extLst>
          </p:cNvPr>
          <p:cNvSpPr/>
          <p:nvPr/>
        </p:nvSpPr>
        <p:spPr>
          <a:xfrm>
            <a:off x="8847330" y="2426132"/>
            <a:ext cx="497376" cy="497376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!!u5">
            <a:extLst>
              <a:ext uri="{FF2B5EF4-FFF2-40B4-BE49-F238E27FC236}">
                <a16:creationId xmlns:a16="http://schemas.microsoft.com/office/drawing/2014/main" id="{005CB6E0-A184-C117-A6D3-D3AE0CD2BD3D}"/>
              </a:ext>
            </a:extLst>
          </p:cNvPr>
          <p:cNvSpPr/>
          <p:nvPr/>
        </p:nvSpPr>
        <p:spPr>
          <a:xfrm>
            <a:off x="9344706" y="3429000"/>
            <a:ext cx="869827" cy="869827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u1">
            <a:extLst>
              <a:ext uri="{FF2B5EF4-FFF2-40B4-BE49-F238E27FC236}">
                <a16:creationId xmlns:a16="http://schemas.microsoft.com/office/drawing/2014/main" id="{5A75DDFA-E536-A845-38FA-EEFC942C5620}"/>
              </a:ext>
            </a:extLst>
          </p:cNvPr>
          <p:cNvSpPr/>
          <p:nvPr/>
        </p:nvSpPr>
        <p:spPr>
          <a:xfrm>
            <a:off x="6812136" y="2773352"/>
            <a:ext cx="497375" cy="49737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!!u2">
            <a:extLst>
              <a:ext uri="{FF2B5EF4-FFF2-40B4-BE49-F238E27FC236}">
                <a16:creationId xmlns:a16="http://schemas.microsoft.com/office/drawing/2014/main" id="{9FE2D46B-7DCD-A8AA-280F-12EF2B16BD05}"/>
              </a:ext>
            </a:extLst>
          </p:cNvPr>
          <p:cNvSpPr/>
          <p:nvPr/>
        </p:nvSpPr>
        <p:spPr>
          <a:xfrm>
            <a:off x="6653471" y="376760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10E6A6-BDFF-DCDD-74CE-3B1269DD00BE}"/>
              </a:ext>
            </a:extLst>
          </p:cNvPr>
          <p:cNvSpPr txBox="1"/>
          <p:nvPr/>
        </p:nvSpPr>
        <p:spPr>
          <a:xfrm>
            <a:off x="6642485" y="1899522"/>
            <a:ext cx="2276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Weighted undirected network</a:t>
            </a:r>
          </a:p>
        </p:txBody>
      </p:sp>
    </p:spTree>
    <p:extLst>
      <p:ext uri="{BB962C8B-B14F-4D97-AF65-F5344CB8AC3E}">
        <p14:creationId xmlns:p14="http://schemas.microsoft.com/office/powerpoint/2010/main" val="2784443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E232-E2E9-4CB4-2831-9FB20D1B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C4A6-7B75-8589-C77E-F2C47EAF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</a:t>
            </a:r>
          </a:p>
        </p:txBody>
      </p:sp>
      <p:cxnSp>
        <p:nvCxnSpPr>
          <p:cNvPr id="28" name="!!d7">
            <a:extLst>
              <a:ext uri="{FF2B5EF4-FFF2-40B4-BE49-F238E27FC236}">
                <a16:creationId xmlns:a16="http://schemas.microsoft.com/office/drawing/2014/main" id="{D98830CA-830E-28D8-E287-C48585C1696C}"/>
              </a:ext>
            </a:extLst>
          </p:cNvPr>
          <p:cNvCxnSpPr>
            <a:cxnSpLocks/>
          </p:cNvCxnSpPr>
          <p:nvPr/>
        </p:nvCxnSpPr>
        <p:spPr>
          <a:xfrm>
            <a:off x="8253469" y="3863913"/>
            <a:ext cx="1617363" cy="43786"/>
          </a:xfrm>
          <a:prstGeom prst="line">
            <a:avLst/>
          </a:prstGeom>
          <a:ln w="1143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!!d4">
            <a:extLst>
              <a:ext uri="{FF2B5EF4-FFF2-40B4-BE49-F238E27FC236}">
                <a16:creationId xmlns:a16="http://schemas.microsoft.com/office/drawing/2014/main" id="{0AAD7CDB-518C-E9FE-06FD-B2B015751CB0}"/>
              </a:ext>
            </a:extLst>
          </p:cNvPr>
          <p:cNvCxnSpPr>
            <a:cxnSpLocks/>
          </p:cNvCxnSpPr>
          <p:nvPr/>
        </p:nvCxnSpPr>
        <p:spPr>
          <a:xfrm>
            <a:off x="6954722" y="4068852"/>
            <a:ext cx="843730" cy="985486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!!d5">
            <a:extLst>
              <a:ext uri="{FF2B5EF4-FFF2-40B4-BE49-F238E27FC236}">
                <a16:creationId xmlns:a16="http://schemas.microsoft.com/office/drawing/2014/main" id="{0B1F0FE2-853E-CD36-F672-A034A241B4F8}"/>
              </a:ext>
            </a:extLst>
          </p:cNvPr>
          <p:cNvCxnSpPr>
            <a:cxnSpLocks/>
          </p:cNvCxnSpPr>
          <p:nvPr/>
        </p:nvCxnSpPr>
        <p:spPr>
          <a:xfrm flipV="1">
            <a:off x="7781490" y="4817662"/>
            <a:ext cx="1314528" cy="248688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1">
            <a:extLst>
              <a:ext uri="{FF2B5EF4-FFF2-40B4-BE49-F238E27FC236}">
                <a16:creationId xmlns:a16="http://schemas.microsoft.com/office/drawing/2014/main" id="{9186CBA0-FBF9-590C-21A9-9EB48D6DF12D}"/>
              </a:ext>
            </a:extLst>
          </p:cNvPr>
          <p:cNvCxnSpPr>
            <a:cxnSpLocks/>
          </p:cNvCxnSpPr>
          <p:nvPr/>
        </p:nvCxnSpPr>
        <p:spPr>
          <a:xfrm flipV="1">
            <a:off x="6938941" y="2983338"/>
            <a:ext cx="121882" cy="1108159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!!d9">
            <a:extLst>
              <a:ext uri="{FF2B5EF4-FFF2-40B4-BE49-F238E27FC236}">
                <a16:creationId xmlns:a16="http://schemas.microsoft.com/office/drawing/2014/main" id="{17E6CD57-4983-D688-95A1-C0D7C65ABDEA}"/>
              </a:ext>
            </a:extLst>
          </p:cNvPr>
          <p:cNvCxnSpPr>
            <a:cxnSpLocks/>
          </p:cNvCxnSpPr>
          <p:nvPr/>
        </p:nvCxnSpPr>
        <p:spPr>
          <a:xfrm flipV="1">
            <a:off x="8253469" y="2673668"/>
            <a:ext cx="879671" cy="1228472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!!d2">
            <a:extLst>
              <a:ext uri="{FF2B5EF4-FFF2-40B4-BE49-F238E27FC236}">
                <a16:creationId xmlns:a16="http://schemas.microsoft.com/office/drawing/2014/main" id="{56D581AC-86A6-CBEE-FF4E-187BE6F52166}"/>
              </a:ext>
            </a:extLst>
          </p:cNvPr>
          <p:cNvCxnSpPr>
            <a:cxnSpLocks/>
          </p:cNvCxnSpPr>
          <p:nvPr/>
        </p:nvCxnSpPr>
        <p:spPr>
          <a:xfrm flipV="1">
            <a:off x="6937760" y="3863913"/>
            <a:ext cx="1367093" cy="202397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!!d8">
            <a:extLst>
              <a:ext uri="{FF2B5EF4-FFF2-40B4-BE49-F238E27FC236}">
                <a16:creationId xmlns:a16="http://schemas.microsoft.com/office/drawing/2014/main" id="{F8837B0C-2905-DE52-6179-D22A4368FACA}"/>
              </a:ext>
            </a:extLst>
          </p:cNvPr>
          <p:cNvCxnSpPr>
            <a:cxnSpLocks/>
          </p:cNvCxnSpPr>
          <p:nvPr/>
        </p:nvCxnSpPr>
        <p:spPr>
          <a:xfrm flipH="1" flipV="1">
            <a:off x="9133140" y="2673668"/>
            <a:ext cx="654897" cy="1228472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!!d6">
            <a:extLst>
              <a:ext uri="{FF2B5EF4-FFF2-40B4-BE49-F238E27FC236}">
                <a16:creationId xmlns:a16="http://schemas.microsoft.com/office/drawing/2014/main" id="{A5F143E1-3AD1-02FF-1428-D7056DE1091B}"/>
              </a:ext>
            </a:extLst>
          </p:cNvPr>
          <p:cNvCxnSpPr>
            <a:cxnSpLocks/>
          </p:cNvCxnSpPr>
          <p:nvPr/>
        </p:nvCxnSpPr>
        <p:spPr>
          <a:xfrm flipH="1" flipV="1">
            <a:off x="8346251" y="3876743"/>
            <a:ext cx="715899" cy="922566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d3">
            <a:extLst>
              <a:ext uri="{FF2B5EF4-FFF2-40B4-BE49-F238E27FC236}">
                <a16:creationId xmlns:a16="http://schemas.microsoft.com/office/drawing/2014/main" id="{45F7251A-4BA2-4B56-7163-E87523D1C420}"/>
              </a:ext>
            </a:extLst>
          </p:cNvPr>
          <p:cNvCxnSpPr>
            <a:cxnSpLocks/>
          </p:cNvCxnSpPr>
          <p:nvPr/>
        </p:nvCxnSpPr>
        <p:spPr>
          <a:xfrm>
            <a:off x="7060823" y="2982051"/>
            <a:ext cx="1244030" cy="899467"/>
          </a:xfrm>
          <a:prstGeom prst="line">
            <a:avLst/>
          </a:prstGeom>
          <a:ln w="1143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!!u4">
            <a:extLst>
              <a:ext uri="{FF2B5EF4-FFF2-40B4-BE49-F238E27FC236}">
                <a16:creationId xmlns:a16="http://schemas.microsoft.com/office/drawing/2014/main" id="{51A7CC72-578F-48D4-3837-F242A8342D13}"/>
              </a:ext>
            </a:extLst>
          </p:cNvPr>
          <p:cNvSpPr/>
          <p:nvPr/>
        </p:nvSpPr>
        <p:spPr>
          <a:xfrm>
            <a:off x="7952218" y="3562663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2" name="!!u3">
            <a:extLst>
              <a:ext uri="{FF2B5EF4-FFF2-40B4-BE49-F238E27FC236}">
                <a16:creationId xmlns:a16="http://schemas.microsoft.com/office/drawing/2014/main" id="{8BD7E163-2315-C76B-F955-B634374A6959}"/>
              </a:ext>
            </a:extLst>
          </p:cNvPr>
          <p:cNvSpPr/>
          <p:nvPr/>
        </p:nvSpPr>
        <p:spPr>
          <a:xfrm>
            <a:off x="7309511" y="4594371"/>
            <a:ext cx="943959" cy="943959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!!u6">
            <a:extLst>
              <a:ext uri="{FF2B5EF4-FFF2-40B4-BE49-F238E27FC236}">
                <a16:creationId xmlns:a16="http://schemas.microsoft.com/office/drawing/2014/main" id="{9B0441BF-C829-2171-CD3F-AF9B37342E77}"/>
              </a:ext>
            </a:extLst>
          </p:cNvPr>
          <p:cNvSpPr/>
          <p:nvPr/>
        </p:nvSpPr>
        <p:spPr>
          <a:xfrm>
            <a:off x="8847331" y="4568975"/>
            <a:ext cx="497375" cy="49737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" name="!!u7">
            <a:extLst>
              <a:ext uri="{FF2B5EF4-FFF2-40B4-BE49-F238E27FC236}">
                <a16:creationId xmlns:a16="http://schemas.microsoft.com/office/drawing/2014/main" id="{3D4E1443-93FE-570D-2D3F-078882971C60}"/>
              </a:ext>
            </a:extLst>
          </p:cNvPr>
          <p:cNvSpPr/>
          <p:nvPr/>
        </p:nvSpPr>
        <p:spPr>
          <a:xfrm>
            <a:off x="8847330" y="2426132"/>
            <a:ext cx="497376" cy="497376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4" name="!!u5">
            <a:extLst>
              <a:ext uri="{FF2B5EF4-FFF2-40B4-BE49-F238E27FC236}">
                <a16:creationId xmlns:a16="http://schemas.microsoft.com/office/drawing/2014/main" id="{F6008C2C-15E4-FF7E-4724-534B06B4CE8E}"/>
              </a:ext>
            </a:extLst>
          </p:cNvPr>
          <p:cNvSpPr/>
          <p:nvPr/>
        </p:nvSpPr>
        <p:spPr>
          <a:xfrm>
            <a:off x="9344706" y="3429000"/>
            <a:ext cx="869827" cy="869827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5" name="!!u1">
            <a:extLst>
              <a:ext uri="{FF2B5EF4-FFF2-40B4-BE49-F238E27FC236}">
                <a16:creationId xmlns:a16="http://schemas.microsoft.com/office/drawing/2014/main" id="{DA878B5B-AC86-F878-E04F-56BE16CCFA99}"/>
              </a:ext>
            </a:extLst>
          </p:cNvPr>
          <p:cNvSpPr/>
          <p:nvPr/>
        </p:nvSpPr>
        <p:spPr>
          <a:xfrm>
            <a:off x="6812136" y="2773352"/>
            <a:ext cx="497375" cy="497375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!!u2">
            <a:extLst>
              <a:ext uri="{FF2B5EF4-FFF2-40B4-BE49-F238E27FC236}">
                <a16:creationId xmlns:a16="http://schemas.microsoft.com/office/drawing/2014/main" id="{80AE204B-6ED8-1F2F-000C-A0A14D7946F8}"/>
              </a:ext>
            </a:extLst>
          </p:cNvPr>
          <p:cNvSpPr/>
          <p:nvPr/>
        </p:nvSpPr>
        <p:spPr>
          <a:xfrm>
            <a:off x="6653471" y="376760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6B91BA-ADDC-46AB-141E-EC03C833559C}"/>
              </a:ext>
            </a:extLst>
          </p:cNvPr>
          <p:cNvSpPr txBox="1"/>
          <p:nvPr/>
        </p:nvSpPr>
        <p:spPr>
          <a:xfrm>
            <a:off x="6642485" y="1899522"/>
            <a:ext cx="2276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Weighted undirected network</a:t>
            </a:r>
          </a:p>
        </p:txBody>
      </p:sp>
      <p:sp>
        <p:nvSpPr>
          <p:cNvPr id="7" name="Left Bracket 6">
            <a:extLst>
              <a:ext uri="{FF2B5EF4-FFF2-40B4-BE49-F238E27FC236}">
                <a16:creationId xmlns:a16="http://schemas.microsoft.com/office/drawing/2014/main" id="{24619A74-F9E2-E382-F20C-8B20BA55B959}"/>
              </a:ext>
            </a:extLst>
          </p:cNvPr>
          <p:cNvSpPr/>
          <p:nvPr/>
        </p:nvSpPr>
        <p:spPr>
          <a:xfrm>
            <a:off x="1844259" y="2581712"/>
            <a:ext cx="288758" cy="3110876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B3792DA9-C031-104B-BAC7-46F3B7941C8E}"/>
              </a:ext>
            </a:extLst>
          </p:cNvPr>
          <p:cNvSpPr/>
          <p:nvPr/>
        </p:nvSpPr>
        <p:spPr>
          <a:xfrm rot="10800000">
            <a:off x="4801129" y="2581712"/>
            <a:ext cx="288758" cy="312298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DA30C-178E-E451-901E-F8D8A5BD0726}"/>
              </a:ext>
            </a:extLst>
          </p:cNvPr>
          <p:cNvSpPr txBox="1"/>
          <p:nvPr/>
        </p:nvSpPr>
        <p:spPr>
          <a:xfrm>
            <a:off x="1978968" y="26585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!!a12">
                <a:extLst>
                  <a:ext uri="{FF2B5EF4-FFF2-40B4-BE49-F238E27FC236}">
                    <a16:creationId xmlns:a16="http://schemas.microsoft.com/office/drawing/2014/main" id="{C6265A1D-00E1-E034-9B82-37AD49EC80F1}"/>
                  </a:ext>
                </a:extLst>
              </p:cNvPr>
              <p:cNvSpPr txBox="1"/>
              <p:nvPr/>
            </p:nvSpPr>
            <p:spPr>
              <a:xfrm>
                <a:off x="2314195" y="2640641"/>
                <a:ext cx="5931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!!a12">
                <a:extLst>
                  <a:ext uri="{FF2B5EF4-FFF2-40B4-BE49-F238E27FC236}">
                    <a16:creationId xmlns:a16="http://schemas.microsoft.com/office/drawing/2014/main" id="{C6265A1D-00E1-E034-9B82-37AD49EC8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195" y="2640641"/>
                <a:ext cx="59317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!!a13">
                <a:extLst>
                  <a:ext uri="{FF2B5EF4-FFF2-40B4-BE49-F238E27FC236}">
                    <a16:creationId xmlns:a16="http://schemas.microsoft.com/office/drawing/2014/main" id="{D8E9E3E6-725E-C123-B7D2-A54376A161F2}"/>
                  </a:ext>
                </a:extLst>
              </p:cNvPr>
              <p:cNvSpPr txBox="1"/>
              <p:nvPr/>
            </p:nvSpPr>
            <p:spPr>
              <a:xfrm>
                <a:off x="2765622" y="2640641"/>
                <a:ext cx="593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!!a13">
                <a:extLst>
                  <a:ext uri="{FF2B5EF4-FFF2-40B4-BE49-F238E27FC236}">
                    <a16:creationId xmlns:a16="http://schemas.microsoft.com/office/drawing/2014/main" id="{D8E9E3E6-725E-C123-B7D2-A54376A16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622" y="2640641"/>
                <a:ext cx="5931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7281289-25CB-2AD8-E71A-2804BE049446}"/>
              </a:ext>
            </a:extLst>
          </p:cNvPr>
          <p:cNvSpPr txBox="1"/>
          <p:nvPr/>
        </p:nvSpPr>
        <p:spPr>
          <a:xfrm>
            <a:off x="3306699" y="26585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ECF456-53A2-5B66-5518-82B93A8C74A1}"/>
              </a:ext>
            </a:extLst>
          </p:cNvPr>
          <p:cNvSpPr txBox="1"/>
          <p:nvPr/>
        </p:nvSpPr>
        <p:spPr>
          <a:xfrm>
            <a:off x="3749506" y="26585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17BBD6-2D79-A577-1076-BC9A41C81BAD}"/>
              </a:ext>
            </a:extLst>
          </p:cNvPr>
          <p:cNvSpPr txBox="1"/>
          <p:nvPr/>
        </p:nvSpPr>
        <p:spPr>
          <a:xfrm>
            <a:off x="2421775" y="30879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!!a23">
                <a:extLst>
                  <a:ext uri="{FF2B5EF4-FFF2-40B4-BE49-F238E27FC236}">
                    <a16:creationId xmlns:a16="http://schemas.microsoft.com/office/drawing/2014/main" id="{3A9661A7-9994-8940-8728-9C985273C46C}"/>
                  </a:ext>
                </a:extLst>
              </p:cNvPr>
              <p:cNvSpPr txBox="1"/>
              <p:nvPr/>
            </p:nvSpPr>
            <p:spPr>
              <a:xfrm>
                <a:off x="2756657" y="3076326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!!a23">
                <a:extLst>
                  <a:ext uri="{FF2B5EF4-FFF2-40B4-BE49-F238E27FC236}">
                    <a16:creationId xmlns:a16="http://schemas.microsoft.com/office/drawing/2014/main" id="{3A9661A7-9994-8940-8728-9C985273C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657" y="3076326"/>
                <a:ext cx="59849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F7CC6D-5080-4F73-4BFB-98399948B5EB}"/>
                  </a:ext>
                </a:extLst>
              </p:cNvPr>
              <p:cNvSpPr txBox="1"/>
              <p:nvPr/>
            </p:nvSpPr>
            <p:spPr>
              <a:xfrm>
                <a:off x="3226014" y="3076326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F7CC6D-5080-4F73-4BFB-98399948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014" y="3076326"/>
                <a:ext cx="5984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BEB830F-2F98-C38E-283E-50D33A22ACCA}"/>
              </a:ext>
            </a:extLst>
          </p:cNvPr>
          <p:cNvSpPr txBox="1"/>
          <p:nvPr/>
        </p:nvSpPr>
        <p:spPr>
          <a:xfrm>
            <a:off x="3749506" y="30879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!!a31">
                <a:extLst>
                  <a:ext uri="{FF2B5EF4-FFF2-40B4-BE49-F238E27FC236}">
                    <a16:creationId xmlns:a16="http://schemas.microsoft.com/office/drawing/2014/main" id="{7DCEC6AB-000D-374C-9246-991CC88C53F5}"/>
                  </a:ext>
                </a:extLst>
              </p:cNvPr>
              <p:cNvSpPr txBox="1"/>
              <p:nvPr/>
            </p:nvSpPr>
            <p:spPr>
              <a:xfrm>
                <a:off x="1879578" y="3499739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!!a31">
                <a:extLst>
                  <a:ext uri="{FF2B5EF4-FFF2-40B4-BE49-F238E27FC236}">
                    <a16:creationId xmlns:a16="http://schemas.microsoft.com/office/drawing/2014/main" id="{7DCEC6AB-000D-374C-9246-991CC88C5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578" y="3499739"/>
                <a:ext cx="59849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!!a32">
                <a:extLst>
                  <a:ext uri="{FF2B5EF4-FFF2-40B4-BE49-F238E27FC236}">
                    <a16:creationId xmlns:a16="http://schemas.microsoft.com/office/drawing/2014/main" id="{C08EC06F-7724-0A19-FCDA-E6D39F7D762D}"/>
                  </a:ext>
                </a:extLst>
              </p:cNvPr>
              <p:cNvSpPr txBox="1"/>
              <p:nvPr/>
            </p:nvSpPr>
            <p:spPr>
              <a:xfrm>
                <a:off x="2316090" y="3499739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!!a32">
                <a:extLst>
                  <a:ext uri="{FF2B5EF4-FFF2-40B4-BE49-F238E27FC236}">
                    <a16:creationId xmlns:a16="http://schemas.microsoft.com/office/drawing/2014/main" id="{C08EC06F-7724-0A19-FCDA-E6D39F7D7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090" y="3499739"/>
                <a:ext cx="5984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55C83F7-FD49-E03F-A37A-DBDF8C0879AF}"/>
              </a:ext>
            </a:extLst>
          </p:cNvPr>
          <p:cNvSpPr txBox="1"/>
          <p:nvPr/>
        </p:nvSpPr>
        <p:spPr>
          <a:xfrm>
            <a:off x="2864237" y="351739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609C23-DD75-CEA2-5FD9-2A0C066CD483}"/>
              </a:ext>
            </a:extLst>
          </p:cNvPr>
          <p:cNvSpPr txBox="1"/>
          <p:nvPr/>
        </p:nvSpPr>
        <p:spPr>
          <a:xfrm>
            <a:off x="3306699" y="351739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6FCD2DA-7AD0-BD2A-2163-D0D532FAC9C3}"/>
                  </a:ext>
                </a:extLst>
              </p:cNvPr>
              <p:cNvSpPr txBox="1"/>
              <p:nvPr/>
            </p:nvSpPr>
            <p:spPr>
              <a:xfrm>
                <a:off x="3618881" y="3499739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6FCD2DA-7AD0-BD2A-2163-D0D532FAC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881" y="3499739"/>
                <a:ext cx="59849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8DB6B76B-BC02-B797-B336-2BF6C75BA774}"/>
              </a:ext>
            </a:extLst>
          </p:cNvPr>
          <p:cNvSpPr txBox="1"/>
          <p:nvPr/>
        </p:nvSpPr>
        <p:spPr>
          <a:xfrm>
            <a:off x="1978968" y="39468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66072E-1CC5-4DBF-2498-51AB4864E7FE}"/>
                  </a:ext>
                </a:extLst>
              </p:cNvPr>
              <p:cNvSpPr txBox="1"/>
              <p:nvPr/>
            </p:nvSpPr>
            <p:spPr>
              <a:xfrm>
                <a:off x="2332567" y="3937594"/>
                <a:ext cx="5915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66072E-1CC5-4DBF-2498-51AB4864E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567" y="3937594"/>
                <a:ext cx="59150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9034545E-FF95-4297-E0E2-A46426E8A870}"/>
              </a:ext>
            </a:extLst>
          </p:cNvPr>
          <p:cNvSpPr txBox="1"/>
          <p:nvPr/>
        </p:nvSpPr>
        <p:spPr>
          <a:xfrm>
            <a:off x="2864237" y="39468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48E430-03AE-BA41-2B96-DEFA5B44DA84}"/>
              </a:ext>
            </a:extLst>
          </p:cNvPr>
          <p:cNvSpPr txBox="1"/>
          <p:nvPr/>
        </p:nvSpPr>
        <p:spPr>
          <a:xfrm>
            <a:off x="3306699" y="39468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A4C730-2664-D67D-94C9-4486CA4A4BB6}"/>
                  </a:ext>
                </a:extLst>
              </p:cNvPr>
              <p:cNvSpPr txBox="1"/>
              <p:nvPr/>
            </p:nvSpPr>
            <p:spPr>
              <a:xfrm>
                <a:off x="3627492" y="3937594"/>
                <a:ext cx="5915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A4C730-2664-D67D-94C9-4486CA4A4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492" y="3937594"/>
                <a:ext cx="59150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9C86C7A3-3339-7B3A-11D9-3876B4CBDAC2}"/>
              </a:ext>
            </a:extLst>
          </p:cNvPr>
          <p:cNvSpPr txBox="1"/>
          <p:nvPr/>
        </p:nvSpPr>
        <p:spPr>
          <a:xfrm>
            <a:off x="1978968" y="43762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7CFA56-F7FF-5BEF-9521-145E09904C83}"/>
              </a:ext>
            </a:extLst>
          </p:cNvPr>
          <p:cNvSpPr txBox="1"/>
          <p:nvPr/>
        </p:nvSpPr>
        <p:spPr>
          <a:xfrm>
            <a:off x="2421775" y="43762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49BEDAA-C3DA-328A-18A9-4D8B035A01A7}"/>
                  </a:ext>
                </a:extLst>
              </p:cNvPr>
              <p:cNvSpPr txBox="1"/>
              <p:nvPr/>
            </p:nvSpPr>
            <p:spPr>
              <a:xfrm>
                <a:off x="2771378" y="4359747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49BEDAA-C3DA-328A-18A9-4D8B035A0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378" y="4359747"/>
                <a:ext cx="59849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49C627E-A042-44A7-4CD2-7D0E9577D22F}"/>
                  </a:ext>
                </a:extLst>
              </p:cNvPr>
              <p:cNvSpPr txBox="1"/>
              <p:nvPr/>
            </p:nvSpPr>
            <p:spPr>
              <a:xfrm>
                <a:off x="3213840" y="4359747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49C627E-A042-44A7-4CD2-7D0E9577D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840" y="4359747"/>
                <a:ext cx="59849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E6A00D82-6779-8234-7680-38277FCE708E}"/>
              </a:ext>
            </a:extLst>
          </p:cNvPr>
          <p:cNvSpPr txBox="1"/>
          <p:nvPr/>
        </p:nvSpPr>
        <p:spPr>
          <a:xfrm>
            <a:off x="3749506" y="43762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AA55E5-26C4-2452-47E9-071A0D0750BE}"/>
              </a:ext>
            </a:extLst>
          </p:cNvPr>
          <p:cNvSpPr txBox="1"/>
          <p:nvPr/>
        </p:nvSpPr>
        <p:spPr>
          <a:xfrm>
            <a:off x="2334986" y="1893875"/>
            <a:ext cx="2321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Weighted adjacency matrix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B21338-56F6-92D9-1106-0AEE28BF8A94}"/>
              </a:ext>
            </a:extLst>
          </p:cNvPr>
          <p:cNvSpPr txBox="1"/>
          <p:nvPr/>
        </p:nvSpPr>
        <p:spPr>
          <a:xfrm>
            <a:off x="4191780" y="26585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6C8937-913E-E02B-C253-F5AB7D7061C3}"/>
              </a:ext>
            </a:extLst>
          </p:cNvPr>
          <p:cNvSpPr txBox="1"/>
          <p:nvPr/>
        </p:nvSpPr>
        <p:spPr>
          <a:xfrm>
            <a:off x="4191780" y="30879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D8B5996-28F2-BE2B-E5D2-D8BA71E9F2AF}"/>
                  </a:ext>
                </a:extLst>
              </p:cNvPr>
              <p:cNvSpPr txBox="1"/>
              <p:nvPr/>
            </p:nvSpPr>
            <p:spPr>
              <a:xfrm>
                <a:off x="4061153" y="3499739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D8B5996-28F2-BE2B-E5D2-D8BA71E9F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153" y="3499739"/>
                <a:ext cx="59849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9DB22049-4320-E796-470B-5B8C26179FB0}"/>
              </a:ext>
            </a:extLst>
          </p:cNvPr>
          <p:cNvSpPr txBox="1"/>
          <p:nvPr/>
        </p:nvSpPr>
        <p:spPr>
          <a:xfrm>
            <a:off x="4191780" y="39468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B5FDEA-0257-7B45-7A24-55A5E5EFC8A8}"/>
              </a:ext>
            </a:extLst>
          </p:cNvPr>
          <p:cNvSpPr txBox="1"/>
          <p:nvPr/>
        </p:nvSpPr>
        <p:spPr>
          <a:xfrm>
            <a:off x="4191780" y="43762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759EEF-08E1-13A9-029B-77611872CCB2}"/>
              </a:ext>
            </a:extLst>
          </p:cNvPr>
          <p:cNvSpPr txBox="1"/>
          <p:nvPr/>
        </p:nvSpPr>
        <p:spPr>
          <a:xfrm>
            <a:off x="4637477" y="26585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2A47C0-A03F-4163-1FAB-F66175710C09}"/>
              </a:ext>
            </a:extLst>
          </p:cNvPr>
          <p:cNvSpPr txBox="1"/>
          <p:nvPr/>
        </p:nvSpPr>
        <p:spPr>
          <a:xfrm>
            <a:off x="4637477" y="30879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3EAAE94-E6BE-9E4B-4AEC-FF5C4C624C44}"/>
                  </a:ext>
                </a:extLst>
              </p:cNvPr>
              <p:cNvSpPr txBox="1"/>
              <p:nvPr/>
            </p:nvSpPr>
            <p:spPr>
              <a:xfrm>
                <a:off x="4501857" y="3499739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37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3EAAE94-E6BE-9E4B-4AEC-FF5C4C624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857" y="3499739"/>
                <a:ext cx="59849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F004CAC6-91B4-26E2-623F-A1D9BC78BC52}"/>
              </a:ext>
            </a:extLst>
          </p:cNvPr>
          <p:cNvSpPr txBox="1"/>
          <p:nvPr/>
        </p:nvSpPr>
        <p:spPr>
          <a:xfrm>
            <a:off x="4637477" y="39468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3247CE-24A2-197B-EC7A-B2DFBD423B10}"/>
              </a:ext>
            </a:extLst>
          </p:cNvPr>
          <p:cNvSpPr txBox="1"/>
          <p:nvPr/>
        </p:nvSpPr>
        <p:spPr>
          <a:xfrm>
            <a:off x="4637477" y="43762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175680-0EEC-B68C-050C-5B73F213D25D}"/>
              </a:ext>
            </a:extLst>
          </p:cNvPr>
          <p:cNvSpPr txBox="1"/>
          <p:nvPr/>
        </p:nvSpPr>
        <p:spPr>
          <a:xfrm>
            <a:off x="1978968" y="47993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BF2AB2-DDE3-93EB-AEA3-976ACDF61C9A}"/>
              </a:ext>
            </a:extLst>
          </p:cNvPr>
          <p:cNvSpPr txBox="1"/>
          <p:nvPr/>
        </p:nvSpPr>
        <p:spPr>
          <a:xfrm>
            <a:off x="2421775" y="47993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320FD0F-09AB-92E0-6659-7D9075B04709}"/>
                  </a:ext>
                </a:extLst>
              </p:cNvPr>
              <p:cNvSpPr txBox="1"/>
              <p:nvPr/>
            </p:nvSpPr>
            <p:spPr>
              <a:xfrm>
                <a:off x="2772029" y="4783941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63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320FD0F-09AB-92E0-6659-7D9075B04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029" y="4783941"/>
                <a:ext cx="59849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CFBB480C-D116-7F63-7D9B-1B99CD379F99}"/>
              </a:ext>
            </a:extLst>
          </p:cNvPr>
          <p:cNvSpPr txBox="1"/>
          <p:nvPr/>
        </p:nvSpPr>
        <p:spPr>
          <a:xfrm>
            <a:off x="3306699" y="47993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A82028-FC09-045A-23C9-6FEA85CA7D47}"/>
              </a:ext>
            </a:extLst>
          </p:cNvPr>
          <p:cNvSpPr txBox="1"/>
          <p:nvPr/>
        </p:nvSpPr>
        <p:spPr>
          <a:xfrm>
            <a:off x="3749506" y="47993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4A04F5-9C72-CD96-ED1B-BB02BC7992ED}"/>
              </a:ext>
            </a:extLst>
          </p:cNvPr>
          <p:cNvSpPr txBox="1"/>
          <p:nvPr/>
        </p:nvSpPr>
        <p:spPr>
          <a:xfrm>
            <a:off x="4191780" y="47993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C6E0943-A223-0F65-34A6-D03E3FD3AAF5}"/>
                  </a:ext>
                </a:extLst>
              </p:cNvPr>
              <p:cNvSpPr txBox="1"/>
              <p:nvPr/>
            </p:nvSpPr>
            <p:spPr>
              <a:xfrm>
                <a:off x="4545269" y="4783941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67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C6E0943-A223-0F65-34A6-D03E3FD3A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269" y="4783941"/>
                <a:ext cx="598497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17CE8178-9DAB-A755-CE4B-78DAAD7C98D9}"/>
              </a:ext>
            </a:extLst>
          </p:cNvPr>
          <p:cNvSpPr txBox="1"/>
          <p:nvPr/>
        </p:nvSpPr>
        <p:spPr>
          <a:xfrm>
            <a:off x="1978968" y="52224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6E1899-5EFB-2E25-347C-862191ACD384}"/>
              </a:ext>
            </a:extLst>
          </p:cNvPr>
          <p:cNvSpPr txBox="1"/>
          <p:nvPr/>
        </p:nvSpPr>
        <p:spPr>
          <a:xfrm>
            <a:off x="2421775" y="52224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0D3CCC7-FEFC-2492-E313-8F234EB381FB}"/>
                  </a:ext>
                </a:extLst>
              </p:cNvPr>
              <p:cNvSpPr txBox="1"/>
              <p:nvPr/>
            </p:nvSpPr>
            <p:spPr>
              <a:xfrm>
                <a:off x="2779713" y="5207033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73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0D3CCC7-FEFC-2492-E313-8F234EB38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713" y="5207033"/>
                <a:ext cx="59849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038D3096-0219-C9F0-5AA6-AE4D053C85B6}"/>
              </a:ext>
            </a:extLst>
          </p:cNvPr>
          <p:cNvSpPr txBox="1"/>
          <p:nvPr/>
        </p:nvSpPr>
        <p:spPr>
          <a:xfrm>
            <a:off x="3306699" y="52224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839FC2-4A83-4EBB-4B78-2AA43B57D932}"/>
              </a:ext>
            </a:extLst>
          </p:cNvPr>
          <p:cNvSpPr txBox="1"/>
          <p:nvPr/>
        </p:nvSpPr>
        <p:spPr>
          <a:xfrm>
            <a:off x="3749506" y="52224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8F5FFAB-42F9-5D3E-A6C2-624837EE3D50}"/>
                  </a:ext>
                </a:extLst>
              </p:cNvPr>
              <p:cNvSpPr txBox="1"/>
              <p:nvPr/>
            </p:nvSpPr>
            <p:spPr>
              <a:xfrm>
                <a:off x="4107256" y="5207033"/>
                <a:ext cx="598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76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8F5FFAB-42F9-5D3E-A6C2-624837EE3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256" y="5207033"/>
                <a:ext cx="59849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DE098CD3-7BFD-DD38-36D5-0A1435A23677}"/>
              </a:ext>
            </a:extLst>
          </p:cNvPr>
          <p:cNvSpPr txBox="1"/>
          <p:nvPr/>
        </p:nvSpPr>
        <p:spPr>
          <a:xfrm>
            <a:off x="4637477" y="52224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1BEC1C0-9030-D866-9431-3D80358DCE33}"/>
                  </a:ext>
                </a:extLst>
              </p:cNvPr>
              <p:cNvSpPr txBox="1"/>
              <p:nvPr/>
            </p:nvSpPr>
            <p:spPr>
              <a:xfrm>
                <a:off x="1909417" y="3076326"/>
                <a:ext cx="5063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1BEC1C0-9030-D866-9431-3D80358DC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417" y="3076326"/>
                <a:ext cx="50635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1460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FF847-C6E1-8B52-05A2-81C054AB4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E34FD-CBB7-A253-72D9-4E077620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Centrality</a:t>
            </a:r>
          </a:p>
        </p:txBody>
      </p:sp>
      <p:cxnSp>
        <p:nvCxnSpPr>
          <p:cNvPr id="3" name="!!d7">
            <a:extLst>
              <a:ext uri="{FF2B5EF4-FFF2-40B4-BE49-F238E27FC236}">
                <a16:creationId xmlns:a16="http://schemas.microsoft.com/office/drawing/2014/main" id="{0679DF55-49BA-0FCC-4717-A3B552D391E7}"/>
              </a:ext>
            </a:extLst>
          </p:cNvPr>
          <p:cNvCxnSpPr>
            <a:cxnSpLocks/>
          </p:cNvCxnSpPr>
          <p:nvPr/>
        </p:nvCxnSpPr>
        <p:spPr>
          <a:xfrm>
            <a:off x="5936434" y="4848125"/>
            <a:ext cx="1624936" cy="6331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!!d4">
            <a:extLst>
              <a:ext uri="{FF2B5EF4-FFF2-40B4-BE49-F238E27FC236}">
                <a16:creationId xmlns:a16="http://schemas.microsoft.com/office/drawing/2014/main" id="{EE22E850-CDA4-FEA3-68EE-D64F5A09A037}"/>
              </a:ext>
            </a:extLst>
          </p:cNvPr>
          <p:cNvCxnSpPr>
            <a:cxnSpLocks/>
          </p:cNvCxnSpPr>
          <p:nvPr/>
        </p:nvCxnSpPr>
        <p:spPr>
          <a:xfrm>
            <a:off x="3655280" y="4891473"/>
            <a:ext cx="578867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5">
            <a:extLst>
              <a:ext uri="{FF2B5EF4-FFF2-40B4-BE49-F238E27FC236}">
                <a16:creationId xmlns:a16="http://schemas.microsoft.com/office/drawing/2014/main" id="{1A9FFB6D-4411-A0CA-8A5A-3521120DDEBC}"/>
              </a:ext>
            </a:extLst>
          </p:cNvPr>
          <p:cNvCxnSpPr>
            <a:cxnSpLocks/>
          </p:cNvCxnSpPr>
          <p:nvPr/>
        </p:nvCxnSpPr>
        <p:spPr>
          <a:xfrm>
            <a:off x="4099673" y="6001969"/>
            <a:ext cx="130998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1">
            <a:extLst>
              <a:ext uri="{FF2B5EF4-FFF2-40B4-BE49-F238E27FC236}">
                <a16:creationId xmlns:a16="http://schemas.microsoft.com/office/drawing/2014/main" id="{CF6C02D0-132A-83BB-4750-D54A5EBB1B9D}"/>
              </a:ext>
            </a:extLst>
          </p:cNvPr>
          <p:cNvCxnSpPr>
            <a:cxnSpLocks/>
          </p:cNvCxnSpPr>
          <p:nvPr/>
        </p:nvCxnSpPr>
        <p:spPr>
          <a:xfrm flipV="1">
            <a:off x="3663318" y="3909700"/>
            <a:ext cx="1112906" cy="9536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9">
            <a:extLst>
              <a:ext uri="{FF2B5EF4-FFF2-40B4-BE49-F238E27FC236}">
                <a16:creationId xmlns:a16="http://schemas.microsoft.com/office/drawing/2014/main" id="{91756E46-9494-6680-1CD6-1638E86D5209}"/>
              </a:ext>
            </a:extLst>
          </p:cNvPr>
          <p:cNvCxnSpPr>
            <a:cxnSpLocks/>
          </p:cNvCxnSpPr>
          <p:nvPr/>
        </p:nvCxnSpPr>
        <p:spPr>
          <a:xfrm flipV="1">
            <a:off x="5968870" y="4190003"/>
            <a:ext cx="1356131" cy="6384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2">
            <a:extLst>
              <a:ext uri="{FF2B5EF4-FFF2-40B4-BE49-F238E27FC236}">
                <a16:creationId xmlns:a16="http://schemas.microsoft.com/office/drawing/2014/main" id="{B186EE74-8FE3-6D7E-E69F-5198A36B88F8}"/>
              </a:ext>
            </a:extLst>
          </p:cNvPr>
          <p:cNvCxnSpPr>
            <a:cxnSpLocks/>
          </p:cNvCxnSpPr>
          <p:nvPr/>
        </p:nvCxnSpPr>
        <p:spPr>
          <a:xfrm>
            <a:off x="3663319" y="4846859"/>
            <a:ext cx="221275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!!d8">
            <a:extLst>
              <a:ext uri="{FF2B5EF4-FFF2-40B4-BE49-F238E27FC236}">
                <a16:creationId xmlns:a16="http://schemas.microsoft.com/office/drawing/2014/main" id="{B4AEBA6B-7D07-F752-E960-750FD67AD053}"/>
              </a:ext>
            </a:extLst>
          </p:cNvPr>
          <p:cNvCxnSpPr>
            <a:cxnSpLocks/>
          </p:cNvCxnSpPr>
          <p:nvPr/>
        </p:nvCxnSpPr>
        <p:spPr>
          <a:xfrm flipH="1" flipV="1">
            <a:off x="7315671" y="4136337"/>
            <a:ext cx="235698" cy="13449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6">
            <a:extLst>
              <a:ext uri="{FF2B5EF4-FFF2-40B4-BE49-F238E27FC236}">
                <a16:creationId xmlns:a16="http://schemas.microsoft.com/office/drawing/2014/main" id="{88F6B8C4-4034-0619-79C8-EE22CFFABDF0}"/>
              </a:ext>
            </a:extLst>
          </p:cNvPr>
          <p:cNvCxnSpPr>
            <a:cxnSpLocks/>
          </p:cNvCxnSpPr>
          <p:nvPr/>
        </p:nvCxnSpPr>
        <p:spPr>
          <a:xfrm flipV="1">
            <a:off x="5423928" y="5094161"/>
            <a:ext cx="452145" cy="89868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d3">
            <a:extLst>
              <a:ext uri="{FF2B5EF4-FFF2-40B4-BE49-F238E27FC236}">
                <a16:creationId xmlns:a16="http://schemas.microsoft.com/office/drawing/2014/main" id="{7C8E2343-5599-EBBF-6A11-6E36D839554F}"/>
              </a:ext>
            </a:extLst>
          </p:cNvPr>
          <p:cNvCxnSpPr>
            <a:cxnSpLocks/>
          </p:cNvCxnSpPr>
          <p:nvPr/>
        </p:nvCxnSpPr>
        <p:spPr>
          <a:xfrm>
            <a:off x="4776224" y="3908413"/>
            <a:ext cx="1244030" cy="89946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!!u4">
            <a:extLst>
              <a:ext uri="{FF2B5EF4-FFF2-40B4-BE49-F238E27FC236}">
                <a16:creationId xmlns:a16="http://schemas.microsoft.com/office/drawing/2014/main" id="{98731A11-333E-79DD-917B-8B6D48B65484}"/>
              </a:ext>
            </a:extLst>
          </p:cNvPr>
          <p:cNvSpPr/>
          <p:nvPr/>
        </p:nvSpPr>
        <p:spPr>
          <a:xfrm>
            <a:off x="5584823" y="453438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!!u3">
            <a:extLst>
              <a:ext uri="{FF2B5EF4-FFF2-40B4-BE49-F238E27FC236}">
                <a16:creationId xmlns:a16="http://schemas.microsoft.com/office/drawing/2014/main" id="{1AC9AF78-2D5E-1F2A-7AD6-BDE09D831C92}"/>
              </a:ext>
            </a:extLst>
          </p:cNvPr>
          <p:cNvSpPr/>
          <p:nvPr/>
        </p:nvSpPr>
        <p:spPr>
          <a:xfrm>
            <a:off x="3899635" y="569159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!!u6">
            <a:extLst>
              <a:ext uri="{FF2B5EF4-FFF2-40B4-BE49-F238E27FC236}">
                <a16:creationId xmlns:a16="http://schemas.microsoft.com/office/drawing/2014/main" id="{62E49755-B169-3139-CB92-9AB06773AB09}"/>
              </a:ext>
            </a:extLst>
          </p:cNvPr>
          <p:cNvSpPr/>
          <p:nvPr/>
        </p:nvSpPr>
        <p:spPr>
          <a:xfrm>
            <a:off x="5122677" y="569159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5" name="!!u7">
            <a:extLst>
              <a:ext uri="{FF2B5EF4-FFF2-40B4-BE49-F238E27FC236}">
                <a16:creationId xmlns:a16="http://schemas.microsoft.com/office/drawing/2014/main" id="{67ADEF0C-5D92-9378-6A3C-631F4DD5C736}"/>
              </a:ext>
            </a:extLst>
          </p:cNvPr>
          <p:cNvSpPr/>
          <p:nvPr/>
        </p:nvSpPr>
        <p:spPr>
          <a:xfrm>
            <a:off x="7023750" y="3908413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6" name="!!u5">
            <a:extLst>
              <a:ext uri="{FF2B5EF4-FFF2-40B4-BE49-F238E27FC236}">
                <a16:creationId xmlns:a16="http://schemas.microsoft.com/office/drawing/2014/main" id="{EF2DACAF-E5A8-8246-9EB1-EB3738CF2A3A}"/>
              </a:ext>
            </a:extLst>
          </p:cNvPr>
          <p:cNvSpPr/>
          <p:nvPr/>
        </p:nvSpPr>
        <p:spPr>
          <a:xfrm>
            <a:off x="7250118" y="5146601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7" name="!!u1">
            <a:extLst>
              <a:ext uri="{FF2B5EF4-FFF2-40B4-BE49-F238E27FC236}">
                <a16:creationId xmlns:a16="http://schemas.microsoft.com/office/drawing/2014/main" id="{82B7BBEC-F10A-37D8-7956-98C6A0950B51}"/>
              </a:ext>
            </a:extLst>
          </p:cNvPr>
          <p:cNvSpPr/>
          <p:nvPr/>
        </p:nvSpPr>
        <p:spPr>
          <a:xfrm>
            <a:off x="4440471" y="3549565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!!u2">
            <a:extLst>
              <a:ext uri="{FF2B5EF4-FFF2-40B4-BE49-F238E27FC236}">
                <a16:creationId xmlns:a16="http://schemas.microsoft.com/office/drawing/2014/main" id="{CB603CBC-3677-B4B1-77CA-3FB1824D7FE0}"/>
              </a:ext>
            </a:extLst>
          </p:cNvPr>
          <p:cNvSpPr/>
          <p:nvPr/>
        </p:nvSpPr>
        <p:spPr>
          <a:xfrm>
            <a:off x="3362069" y="4562114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4" name="!!content1">
            <a:extLst>
              <a:ext uri="{FF2B5EF4-FFF2-40B4-BE49-F238E27FC236}">
                <a16:creationId xmlns:a16="http://schemas.microsoft.com/office/drawing/2014/main" id="{A9E189DF-0A68-8218-E7B0-6175D23A2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Degree centrality: </a:t>
            </a:r>
            <a:r>
              <a:rPr lang="en-US" sz="2400" dirty="0"/>
              <a:t>measures how many connections a node has (i.e. how important a node is).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!!eq1">
                <a:extLst>
                  <a:ext uri="{FF2B5EF4-FFF2-40B4-BE49-F238E27FC236}">
                    <a16:creationId xmlns:a16="http://schemas.microsoft.com/office/drawing/2014/main" id="{38FB0D73-73FD-7EA6-E005-0B8BC435361F}"/>
                  </a:ext>
                </a:extLst>
              </p:cNvPr>
              <p:cNvSpPr txBox="1"/>
              <p:nvPr/>
            </p:nvSpPr>
            <p:spPr>
              <a:xfrm>
                <a:off x="4040200" y="2629915"/>
                <a:ext cx="4041171" cy="575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a-DK" i="1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a-DK" i="1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a-DK" i="1" smtClean="0">
                              <a:latin typeface="Cambria Math" panose="02040503050406030204" pitchFamily="18" charset="0"/>
                            </a:rPr>
                            <m:t>edges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a-DK" i="1" smtClean="0">
                              <a:latin typeface="Cambria Math" panose="02040503050406030204" pitchFamily="18" charset="0"/>
                            </a:rPr>
                            <m:t>connected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a-DK" i="1" smtClean="0">
                              <a:latin typeface="Cambria Math" panose="02040503050406030204" pitchFamily="18" charset="0"/>
                            </a:rPr>
                            <m:t>to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edges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 − 1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!!eq1">
                <a:extLst>
                  <a:ext uri="{FF2B5EF4-FFF2-40B4-BE49-F238E27FC236}">
                    <a16:creationId xmlns:a16="http://schemas.microsoft.com/office/drawing/2014/main" id="{38FB0D73-73FD-7EA6-E005-0B8BC4353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200" y="2629915"/>
                <a:ext cx="4041171" cy="575735"/>
              </a:xfrm>
              <a:prstGeom prst="rect">
                <a:avLst/>
              </a:prstGeom>
              <a:blipFill>
                <a:blip r:embed="rId3"/>
                <a:stretch>
                  <a:fillRect t="-6383" b="-19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4197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21DA-B068-3120-9936-9C78C027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23E2-75E5-98A6-598E-31360EA4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Centrality</a:t>
            </a:r>
          </a:p>
        </p:txBody>
      </p:sp>
      <p:cxnSp>
        <p:nvCxnSpPr>
          <p:cNvPr id="3" name="!!d7">
            <a:extLst>
              <a:ext uri="{FF2B5EF4-FFF2-40B4-BE49-F238E27FC236}">
                <a16:creationId xmlns:a16="http://schemas.microsoft.com/office/drawing/2014/main" id="{162E03FF-9809-0C9C-7A54-2755CA75C538}"/>
              </a:ext>
            </a:extLst>
          </p:cNvPr>
          <p:cNvCxnSpPr>
            <a:cxnSpLocks/>
          </p:cNvCxnSpPr>
          <p:nvPr/>
        </p:nvCxnSpPr>
        <p:spPr>
          <a:xfrm>
            <a:off x="5897385" y="4995903"/>
            <a:ext cx="2398103" cy="57944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!!d4">
            <a:extLst>
              <a:ext uri="{FF2B5EF4-FFF2-40B4-BE49-F238E27FC236}">
                <a16:creationId xmlns:a16="http://schemas.microsoft.com/office/drawing/2014/main" id="{5869B662-A49C-24B4-133F-517A5ED8C20E}"/>
              </a:ext>
            </a:extLst>
          </p:cNvPr>
          <p:cNvCxnSpPr>
            <a:cxnSpLocks/>
          </p:cNvCxnSpPr>
          <p:nvPr/>
        </p:nvCxnSpPr>
        <p:spPr>
          <a:xfrm>
            <a:off x="2810068" y="4954795"/>
            <a:ext cx="578867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5">
            <a:extLst>
              <a:ext uri="{FF2B5EF4-FFF2-40B4-BE49-F238E27FC236}">
                <a16:creationId xmlns:a16="http://schemas.microsoft.com/office/drawing/2014/main" id="{887238BB-D86F-0FDB-9C0C-9A2FE5B31851}"/>
              </a:ext>
            </a:extLst>
          </p:cNvPr>
          <p:cNvCxnSpPr>
            <a:cxnSpLocks/>
          </p:cNvCxnSpPr>
          <p:nvPr/>
        </p:nvCxnSpPr>
        <p:spPr>
          <a:xfrm>
            <a:off x="3254461" y="6065291"/>
            <a:ext cx="130998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1">
            <a:extLst>
              <a:ext uri="{FF2B5EF4-FFF2-40B4-BE49-F238E27FC236}">
                <a16:creationId xmlns:a16="http://schemas.microsoft.com/office/drawing/2014/main" id="{7C4018B5-A0F4-B131-BF06-D564E4D1FBD3}"/>
              </a:ext>
            </a:extLst>
          </p:cNvPr>
          <p:cNvCxnSpPr>
            <a:cxnSpLocks/>
          </p:cNvCxnSpPr>
          <p:nvPr/>
        </p:nvCxnSpPr>
        <p:spPr>
          <a:xfrm flipV="1">
            <a:off x="2818106" y="3973022"/>
            <a:ext cx="1112906" cy="9536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9">
            <a:extLst>
              <a:ext uri="{FF2B5EF4-FFF2-40B4-BE49-F238E27FC236}">
                <a16:creationId xmlns:a16="http://schemas.microsoft.com/office/drawing/2014/main" id="{083D952A-9C44-4C11-D201-64BEB20FA7A3}"/>
              </a:ext>
            </a:extLst>
          </p:cNvPr>
          <p:cNvCxnSpPr>
            <a:cxnSpLocks/>
          </p:cNvCxnSpPr>
          <p:nvPr/>
        </p:nvCxnSpPr>
        <p:spPr>
          <a:xfrm flipV="1">
            <a:off x="5897385" y="4274574"/>
            <a:ext cx="2172076" cy="6074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2">
            <a:extLst>
              <a:ext uri="{FF2B5EF4-FFF2-40B4-BE49-F238E27FC236}">
                <a16:creationId xmlns:a16="http://schemas.microsoft.com/office/drawing/2014/main" id="{BBA63CBB-0F48-45BA-932A-1E7970E2DF8D}"/>
              </a:ext>
            </a:extLst>
          </p:cNvPr>
          <p:cNvCxnSpPr>
            <a:cxnSpLocks/>
          </p:cNvCxnSpPr>
          <p:nvPr/>
        </p:nvCxnSpPr>
        <p:spPr>
          <a:xfrm>
            <a:off x="2818107" y="4910181"/>
            <a:ext cx="3079278" cy="1650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!!d8">
            <a:extLst>
              <a:ext uri="{FF2B5EF4-FFF2-40B4-BE49-F238E27FC236}">
                <a16:creationId xmlns:a16="http://schemas.microsoft.com/office/drawing/2014/main" id="{7FE47B31-9885-0F75-0BC4-798BBCB47C91}"/>
              </a:ext>
            </a:extLst>
          </p:cNvPr>
          <p:cNvCxnSpPr>
            <a:cxnSpLocks/>
          </p:cNvCxnSpPr>
          <p:nvPr/>
        </p:nvCxnSpPr>
        <p:spPr>
          <a:xfrm flipH="1" flipV="1">
            <a:off x="8059790" y="4217675"/>
            <a:ext cx="235698" cy="13449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6">
            <a:extLst>
              <a:ext uri="{FF2B5EF4-FFF2-40B4-BE49-F238E27FC236}">
                <a16:creationId xmlns:a16="http://schemas.microsoft.com/office/drawing/2014/main" id="{F09805CB-7D74-BC39-D82E-E443636325BC}"/>
              </a:ext>
            </a:extLst>
          </p:cNvPr>
          <p:cNvCxnSpPr>
            <a:cxnSpLocks/>
          </p:cNvCxnSpPr>
          <p:nvPr/>
        </p:nvCxnSpPr>
        <p:spPr>
          <a:xfrm flipV="1">
            <a:off x="4578716" y="4995903"/>
            <a:ext cx="1243786" cy="106026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d3">
            <a:extLst>
              <a:ext uri="{FF2B5EF4-FFF2-40B4-BE49-F238E27FC236}">
                <a16:creationId xmlns:a16="http://schemas.microsoft.com/office/drawing/2014/main" id="{D049AC2C-92FC-5B12-5CAB-31452B3DB499}"/>
              </a:ext>
            </a:extLst>
          </p:cNvPr>
          <p:cNvCxnSpPr>
            <a:cxnSpLocks/>
          </p:cNvCxnSpPr>
          <p:nvPr/>
        </p:nvCxnSpPr>
        <p:spPr>
          <a:xfrm>
            <a:off x="3931012" y="3971735"/>
            <a:ext cx="1914027" cy="90564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!!u4">
            <a:extLst>
              <a:ext uri="{FF2B5EF4-FFF2-40B4-BE49-F238E27FC236}">
                <a16:creationId xmlns:a16="http://schemas.microsoft.com/office/drawing/2014/main" id="{26ED57AD-958A-8C2F-B48E-7BBAEB502823}"/>
              </a:ext>
            </a:extLst>
          </p:cNvPr>
          <p:cNvSpPr/>
          <p:nvPr/>
        </p:nvSpPr>
        <p:spPr>
          <a:xfrm>
            <a:off x="5451034" y="4482758"/>
            <a:ext cx="855957" cy="855957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!!u3">
            <a:extLst>
              <a:ext uri="{FF2B5EF4-FFF2-40B4-BE49-F238E27FC236}">
                <a16:creationId xmlns:a16="http://schemas.microsoft.com/office/drawing/2014/main" id="{B6B4F8FC-1E5E-E317-9DB4-32F848DC9C26}"/>
              </a:ext>
            </a:extLst>
          </p:cNvPr>
          <p:cNvSpPr/>
          <p:nvPr/>
        </p:nvSpPr>
        <p:spPr>
          <a:xfrm>
            <a:off x="3054423" y="5754914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!!u6">
            <a:extLst>
              <a:ext uri="{FF2B5EF4-FFF2-40B4-BE49-F238E27FC236}">
                <a16:creationId xmlns:a16="http://schemas.microsoft.com/office/drawing/2014/main" id="{C35456F6-6EBC-1FA6-A0A8-0B727AC20A5B}"/>
              </a:ext>
            </a:extLst>
          </p:cNvPr>
          <p:cNvSpPr/>
          <p:nvPr/>
        </p:nvSpPr>
        <p:spPr>
          <a:xfrm>
            <a:off x="4277465" y="5754913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5" name="!!u7">
            <a:extLst>
              <a:ext uri="{FF2B5EF4-FFF2-40B4-BE49-F238E27FC236}">
                <a16:creationId xmlns:a16="http://schemas.microsoft.com/office/drawing/2014/main" id="{754225F3-FA2F-B5FB-3F64-AC1A8D16484C}"/>
              </a:ext>
            </a:extLst>
          </p:cNvPr>
          <p:cNvSpPr/>
          <p:nvPr/>
        </p:nvSpPr>
        <p:spPr>
          <a:xfrm>
            <a:off x="7767869" y="3989751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6" name="!!u5">
            <a:extLst>
              <a:ext uri="{FF2B5EF4-FFF2-40B4-BE49-F238E27FC236}">
                <a16:creationId xmlns:a16="http://schemas.microsoft.com/office/drawing/2014/main" id="{EE682735-2AB9-84BF-3C68-BFF46F614B23}"/>
              </a:ext>
            </a:extLst>
          </p:cNvPr>
          <p:cNvSpPr/>
          <p:nvPr/>
        </p:nvSpPr>
        <p:spPr>
          <a:xfrm>
            <a:off x="7994237" y="5227939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7" name="!!u1">
            <a:extLst>
              <a:ext uri="{FF2B5EF4-FFF2-40B4-BE49-F238E27FC236}">
                <a16:creationId xmlns:a16="http://schemas.microsoft.com/office/drawing/2014/main" id="{B683BFDE-91B7-7681-6D06-292C08981E58}"/>
              </a:ext>
            </a:extLst>
          </p:cNvPr>
          <p:cNvSpPr/>
          <p:nvPr/>
        </p:nvSpPr>
        <p:spPr>
          <a:xfrm>
            <a:off x="3595259" y="3612887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!!u2">
            <a:extLst>
              <a:ext uri="{FF2B5EF4-FFF2-40B4-BE49-F238E27FC236}">
                <a16:creationId xmlns:a16="http://schemas.microsoft.com/office/drawing/2014/main" id="{FBB427D1-37FA-9A32-5767-EF9B1A4201B2}"/>
              </a:ext>
            </a:extLst>
          </p:cNvPr>
          <p:cNvSpPr/>
          <p:nvPr/>
        </p:nvSpPr>
        <p:spPr>
          <a:xfrm>
            <a:off x="2516857" y="4625436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4" name="!!content1">
            <a:extLst>
              <a:ext uri="{FF2B5EF4-FFF2-40B4-BE49-F238E27FC236}">
                <a16:creationId xmlns:a16="http://schemas.microsoft.com/office/drawing/2014/main" id="{64B95BFC-1431-00A0-46D9-7D166819D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Degree centrality: </a:t>
            </a:r>
            <a:r>
              <a:rPr lang="en-US" sz="2400" dirty="0"/>
              <a:t>measures how many connections a node has (i.e. how important a node is).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!!eq1">
                <a:extLst>
                  <a:ext uri="{FF2B5EF4-FFF2-40B4-BE49-F238E27FC236}">
                    <a16:creationId xmlns:a16="http://schemas.microsoft.com/office/drawing/2014/main" id="{17E50C53-7149-1A41-D7B6-067179E8DC87}"/>
                  </a:ext>
                </a:extLst>
              </p:cNvPr>
              <p:cNvSpPr txBox="1"/>
              <p:nvPr/>
            </p:nvSpPr>
            <p:spPr>
              <a:xfrm>
                <a:off x="4977750" y="3651831"/>
                <a:ext cx="2301271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9 − 1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a-DK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1" i="1" smtClean="0">
                          <a:latin typeface="Cambria Math" panose="02040503050406030204" pitchFamily="18" charset="0"/>
                        </a:rPr>
                        <m:t>𝟔𝟐𝟓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5" name="!!eq1">
                <a:extLst>
                  <a:ext uri="{FF2B5EF4-FFF2-40B4-BE49-F238E27FC236}">
                    <a16:creationId xmlns:a16="http://schemas.microsoft.com/office/drawing/2014/main" id="{17E50C53-7149-1A41-D7B6-067179E8D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750" y="3651831"/>
                <a:ext cx="2301271" cy="525978"/>
              </a:xfrm>
              <a:prstGeom prst="rect">
                <a:avLst/>
              </a:prstGeom>
              <a:blipFill>
                <a:blip r:embed="rId3"/>
                <a:stretch>
                  <a:fillRect l="-2198" t="-2381" r="-1648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697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5915-22C1-4CD2-966D-E90AF61E9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!!d6">
            <a:extLst>
              <a:ext uri="{FF2B5EF4-FFF2-40B4-BE49-F238E27FC236}">
                <a16:creationId xmlns:a16="http://schemas.microsoft.com/office/drawing/2014/main" id="{F6C6D6FD-8EB9-D87D-FFE8-989847459CE6}"/>
              </a:ext>
            </a:extLst>
          </p:cNvPr>
          <p:cNvCxnSpPr>
            <a:cxnSpLocks/>
          </p:cNvCxnSpPr>
          <p:nvPr/>
        </p:nvCxnSpPr>
        <p:spPr>
          <a:xfrm flipV="1">
            <a:off x="5423928" y="5240875"/>
            <a:ext cx="452145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C8C8BC1-CE85-7189-2BFB-4421BAF3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Centrality</a:t>
            </a:r>
          </a:p>
        </p:txBody>
      </p:sp>
      <p:cxnSp>
        <p:nvCxnSpPr>
          <p:cNvPr id="3" name="!!d7">
            <a:extLst>
              <a:ext uri="{FF2B5EF4-FFF2-40B4-BE49-F238E27FC236}">
                <a16:creationId xmlns:a16="http://schemas.microsoft.com/office/drawing/2014/main" id="{584CEBE3-B9D0-46C8-0CDE-F9F7804A5508}"/>
              </a:ext>
            </a:extLst>
          </p:cNvPr>
          <p:cNvCxnSpPr>
            <a:cxnSpLocks/>
          </p:cNvCxnSpPr>
          <p:nvPr/>
        </p:nvCxnSpPr>
        <p:spPr>
          <a:xfrm>
            <a:off x="5936434" y="5197527"/>
            <a:ext cx="1624936" cy="6331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!!d4">
            <a:extLst>
              <a:ext uri="{FF2B5EF4-FFF2-40B4-BE49-F238E27FC236}">
                <a16:creationId xmlns:a16="http://schemas.microsoft.com/office/drawing/2014/main" id="{FF639167-9649-E7A0-BC57-395E2A0AA988}"/>
              </a:ext>
            </a:extLst>
          </p:cNvPr>
          <p:cNvCxnSpPr>
            <a:cxnSpLocks/>
          </p:cNvCxnSpPr>
          <p:nvPr/>
        </p:nvCxnSpPr>
        <p:spPr>
          <a:xfrm>
            <a:off x="3655280" y="5240875"/>
            <a:ext cx="578867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5">
            <a:extLst>
              <a:ext uri="{FF2B5EF4-FFF2-40B4-BE49-F238E27FC236}">
                <a16:creationId xmlns:a16="http://schemas.microsoft.com/office/drawing/2014/main" id="{58485543-9E42-117D-DC37-454748BF6A1C}"/>
              </a:ext>
            </a:extLst>
          </p:cNvPr>
          <p:cNvCxnSpPr>
            <a:cxnSpLocks/>
          </p:cNvCxnSpPr>
          <p:nvPr/>
        </p:nvCxnSpPr>
        <p:spPr>
          <a:xfrm>
            <a:off x="4099673" y="6351371"/>
            <a:ext cx="130998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1">
            <a:extLst>
              <a:ext uri="{FF2B5EF4-FFF2-40B4-BE49-F238E27FC236}">
                <a16:creationId xmlns:a16="http://schemas.microsoft.com/office/drawing/2014/main" id="{EB8284AE-8127-1BDB-4E26-9B08D9DBD3D5}"/>
              </a:ext>
            </a:extLst>
          </p:cNvPr>
          <p:cNvCxnSpPr>
            <a:cxnSpLocks/>
          </p:cNvCxnSpPr>
          <p:nvPr/>
        </p:nvCxnSpPr>
        <p:spPr>
          <a:xfrm flipV="1">
            <a:off x="3663318" y="4259102"/>
            <a:ext cx="1112906" cy="9536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9">
            <a:extLst>
              <a:ext uri="{FF2B5EF4-FFF2-40B4-BE49-F238E27FC236}">
                <a16:creationId xmlns:a16="http://schemas.microsoft.com/office/drawing/2014/main" id="{B350145E-497A-740C-41CA-BE7DC35128EC}"/>
              </a:ext>
            </a:extLst>
          </p:cNvPr>
          <p:cNvCxnSpPr>
            <a:cxnSpLocks/>
          </p:cNvCxnSpPr>
          <p:nvPr/>
        </p:nvCxnSpPr>
        <p:spPr>
          <a:xfrm flipV="1">
            <a:off x="5968870" y="4539405"/>
            <a:ext cx="1356131" cy="6384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2">
            <a:extLst>
              <a:ext uri="{FF2B5EF4-FFF2-40B4-BE49-F238E27FC236}">
                <a16:creationId xmlns:a16="http://schemas.microsoft.com/office/drawing/2014/main" id="{444B8A1E-912E-6761-0C83-5C09B9F1F0B6}"/>
              </a:ext>
            </a:extLst>
          </p:cNvPr>
          <p:cNvCxnSpPr>
            <a:cxnSpLocks/>
          </p:cNvCxnSpPr>
          <p:nvPr/>
        </p:nvCxnSpPr>
        <p:spPr>
          <a:xfrm>
            <a:off x="3663319" y="5196261"/>
            <a:ext cx="221275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!!d8">
            <a:extLst>
              <a:ext uri="{FF2B5EF4-FFF2-40B4-BE49-F238E27FC236}">
                <a16:creationId xmlns:a16="http://schemas.microsoft.com/office/drawing/2014/main" id="{E0551190-87B4-8E61-1938-03207BB76A3E}"/>
              </a:ext>
            </a:extLst>
          </p:cNvPr>
          <p:cNvCxnSpPr>
            <a:cxnSpLocks/>
          </p:cNvCxnSpPr>
          <p:nvPr/>
        </p:nvCxnSpPr>
        <p:spPr>
          <a:xfrm flipH="1" flipV="1">
            <a:off x="7315671" y="4485739"/>
            <a:ext cx="235698" cy="13449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d3">
            <a:extLst>
              <a:ext uri="{FF2B5EF4-FFF2-40B4-BE49-F238E27FC236}">
                <a16:creationId xmlns:a16="http://schemas.microsoft.com/office/drawing/2014/main" id="{4BD521B8-C2D6-1C97-4CD8-531FC6676779}"/>
              </a:ext>
            </a:extLst>
          </p:cNvPr>
          <p:cNvCxnSpPr>
            <a:cxnSpLocks/>
          </p:cNvCxnSpPr>
          <p:nvPr/>
        </p:nvCxnSpPr>
        <p:spPr>
          <a:xfrm>
            <a:off x="4776224" y="4257815"/>
            <a:ext cx="1160210" cy="92008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!!u4">
            <a:extLst>
              <a:ext uri="{FF2B5EF4-FFF2-40B4-BE49-F238E27FC236}">
                <a16:creationId xmlns:a16="http://schemas.microsoft.com/office/drawing/2014/main" id="{D8BAE32E-CAF5-256A-CF0D-72A2EB39124C}"/>
              </a:ext>
            </a:extLst>
          </p:cNvPr>
          <p:cNvSpPr/>
          <p:nvPr/>
        </p:nvSpPr>
        <p:spPr>
          <a:xfrm>
            <a:off x="5584823" y="4883784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!!u3">
            <a:extLst>
              <a:ext uri="{FF2B5EF4-FFF2-40B4-BE49-F238E27FC236}">
                <a16:creationId xmlns:a16="http://schemas.microsoft.com/office/drawing/2014/main" id="{10D7CC7C-6FC3-9E8A-FE0E-323CC72DA57E}"/>
              </a:ext>
            </a:extLst>
          </p:cNvPr>
          <p:cNvSpPr/>
          <p:nvPr/>
        </p:nvSpPr>
        <p:spPr>
          <a:xfrm>
            <a:off x="3899635" y="6040994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!!u6">
            <a:extLst>
              <a:ext uri="{FF2B5EF4-FFF2-40B4-BE49-F238E27FC236}">
                <a16:creationId xmlns:a16="http://schemas.microsoft.com/office/drawing/2014/main" id="{4BEA243E-48C3-85C8-0D7F-EB2718D990F6}"/>
              </a:ext>
            </a:extLst>
          </p:cNvPr>
          <p:cNvSpPr/>
          <p:nvPr/>
        </p:nvSpPr>
        <p:spPr>
          <a:xfrm>
            <a:off x="5122677" y="6040993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5" name="!!u7">
            <a:extLst>
              <a:ext uri="{FF2B5EF4-FFF2-40B4-BE49-F238E27FC236}">
                <a16:creationId xmlns:a16="http://schemas.microsoft.com/office/drawing/2014/main" id="{75088C00-5722-8D06-1338-650A87F5B25B}"/>
              </a:ext>
            </a:extLst>
          </p:cNvPr>
          <p:cNvSpPr/>
          <p:nvPr/>
        </p:nvSpPr>
        <p:spPr>
          <a:xfrm>
            <a:off x="7023750" y="4257815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6" name="!!u5">
            <a:extLst>
              <a:ext uri="{FF2B5EF4-FFF2-40B4-BE49-F238E27FC236}">
                <a16:creationId xmlns:a16="http://schemas.microsoft.com/office/drawing/2014/main" id="{0E740292-C636-3789-DF95-C9C579C0B793}"/>
              </a:ext>
            </a:extLst>
          </p:cNvPr>
          <p:cNvSpPr/>
          <p:nvPr/>
        </p:nvSpPr>
        <p:spPr>
          <a:xfrm>
            <a:off x="7250118" y="5496003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7" name="!!u1">
            <a:extLst>
              <a:ext uri="{FF2B5EF4-FFF2-40B4-BE49-F238E27FC236}">
                <a16:creationId xmlns:a16="http://schemas.microsoft.com/office/drawing/2014/main" id="{E725C2CA-E8CB-A95A-CDD2-934672E4E10E}"/>
              </a:ext>
            </a:extLst>
          </p:cNvPr>
          <p:cNvSpPr/>
          <p:nvPr/>
        </p:nvSpPr>
        <p:spPr>
          <a:xfrm>
            <a:off x="4440471" y="3898967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!!u2">
            <a:extLst>
              <a:ext uri="{FF2B5EF4-FFF2-40B4-BE49-F238E27FC236}">
                <a16:creationId xmlns:a16="http://schemas.microsoft.com/office/drawing/2014/main" id="{07D9F092-C61E-9516-3AC6-E4562B6F72D6}"/>
              </a:ext>
            </a:extLst>
          </p:cNvPr>
          <p:cNvSpPr/>
          <p:nvPr/>
        </p:nvSpPr>
        <p:spPr>
          <a:xfrm>
            <a:off x="3362069" y="4911516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!!content2">
            <a:extLst>
              <a:ext uri="{FF2B5EF4-FFF2-40B4-BE49-F238E27FC236}">
                <a16:creationId xmlns:a16="http://schemas.microsoft.com/office/drawing/2014/main" id="{261C62A2-5326-339D-C9EE-0DEA197D2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Betweenness centrality: </a:t>
            </a:r>
            <a:r>
              <a:rPr lang="en-US" sz="2400" dirty="0"/>
              <a:t>measures how often a node lies on the </a:t>
            </a:r>
            <a:r>
              <a:rPr lang="en-US" sz="2400" i="1" dirty="0"/>
              <a:t>shortest paths </a:t>
            </a:r>
            <a:r>
              <a:rPr lang="en-US" sz="2400" dirty="0"/>
              <a:t>between other nodes (i.e. how many times a node is in between an origin and a destination).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eq2">
                <a:extLst>
                  <a:ext uri="{FF2B5EF4-FFF2-40B4-BE49-F238E27FC236}">
                    <a16:creationId xmlns:a16="http://schemas.microsoft.com/office/drawing/2014/main" id="{100182E9-06E0-11B5-3F8C-FB98DFD1C5E9}"/>
                  </a:ext>
                </a:extLst>
              </p:cNvPr>
              <p:cNvSpPr txBox="1"/>
              <p:nvPr/>
            </p:nvSpPr>
            <p:spPr>
              <a:xfrm>
                <a:off x="3289013" y="2959033"/>
                <a:ext cx="5613973" cy="67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number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shortest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paths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passing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through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number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shortest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paths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from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i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a-DK" i="1">
                                  <a:latin typeface="Cambria Math" panose="02040503050406030204" pitchFamily="18" charset="0"/>
                                </a:rPr>
                                <m:t>to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!!eq2">
                <a:extLst>
                  <a:ext uri="{FF2B5EF4-FFF2-40B4-BE49-F238E27FC236}">
                    <a16:creationId xmlns:a16="http://schemas.microsoft.com/office/drawing/2014/main" id="{100182E9-06E0-11B5-3F8C-FB98DFD1C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013" y="2959033"/>
                <a:ext cx="5613973" cy="672235"/>
              </a:xfrm>
              <a:prstGeom prst="rect">
                <a:avLst/>
              </a:prstGeom>
              <a:blipFill>
                <a:blip r:embed="rId3"/>
                <a:stretch>
                  <a:fillRect l="-905" t="-141818" r="-679" b="-19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008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E5F9-98EB-B00F-B9CD-38711830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766B-7DF2-9A1B-EFF2-2261F650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Centrality</a:t>
            </a:r>
          </a:p>
        </p:txBody>
      </p:sp>
      <p:cxnSp>
        <p:nvCxnSpPr>
          <p:cNvPr id="3" name="!!d7">
            <a:extLst>
              <a:ext uri="{FF2B5EF4-FFF2-40B4-BE49-F238E27FC236}">
                <a16:creationId xmlns:a16="http://schemas.microsoft.com/office/drawing/2014/main" id="{ACB60D65-9697-152A-17EA-32029146DAF5}"/>
              </a:ext>
            </a:extLst>
          </p:cNvPr>
          <p:cNvCxnSpPr>
            <a:cxnSpLocks/>
          </p:cNvCxnSpPr>
          <p:nvPr/>
        </p:nvCxnSpPr>
        <p:spPr>
          <a:xfrm>
            <a:off x="4179814" y="5054339"/>
            <a:ext cx="1232245" cy="513836"/>
          </a:xfrm>
          <a:prstGeom prst="line">
            <a:avLst/>
          </a:prstGeom>
          <a:ln w="38100">
            <a:solidFill>
              <a:schemeClr val="accent4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!!d4">
            <a:extLst>
              <a:ext uri="{FF2B5EF4-FFF2-40B4-BE49-F238E27FC236}">
                <a16:creationId xmlns:a16="http://schemas.microsoft.com/office/drawing/2014/main" id="{1E93DF2A-5AC2-9AC9-5FFD-F0C119763DCB}"/>
              </a:ext>
            </a:extLst>
          </p:cNvPr>
          <p:cNvCxnSpPr>
            <a:cxnSpLocks/>
          </p:cNvCxnSpPr>
          <p:nvPr/>
        </p:nvCxnSpPr>
        <p:spPr>
          <a:xfrm>
            <a:off x="1898660" y="5090253"/>
            <a:ext cx="578867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5">
            <a:extLst>
              <a:ext uri="{FF2B5EF4-FFF2-40B4-BE49-F238E27FC236}">
                <a16:creationId xmlns:a16="http://schemas.microsoft.com/office/drawing/2014/main" id="{D280CE2C-E9F2-8957-ADF3-459EB897F7A6}"/>
              </a:ext>
            </a:extLst>
          </p:cNvPr>
          <p:cNvCxnSpPr>
            <a:cxnSpLocks/>
          </p:cNvCxnSpPr>
          <p:nvPr/>
        </p:nvCxnSpPr>
        <p:spPr>
          <a:xfrm>
            <a:off x="2343053" y="6200749"/>
            <a:ext cx="130998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1">
            <a:extLst>
              <a:ext uri="{FF2B5EF4-FFF2-40B4-BE49-F238E27FC236}">
                <a16:creationId xmlns:a16="http://schemas.microsoft.com/office/drawing/2014/main" id="{43D66C83-00CE-5557-2384-5415D28884BD}"/>
              </a:ext>
            </a:extLst>
          </p:cNvPr>
          <p:cNvCxnSpPr>
            <a:cxnSpLocks/>
          </p:cNvCxnSpPr>
          <p:nvPr/>
        </p:nvCxnSpPr>
        <p:spPr>
          <a:xfrm flipV="1">
            <a:off x="1906698" y="4108480"/>
            <a:ext cx="1112906" cy="9536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9">
            <a:extLst>
              <a:ext uri="{FF2B5EF4-FFF2-40B4-BE49-F238E27FC236}">
                <a16:creationId xmlns:a16="http://schemas.microsoft.com/office/drawing/2014/main" id="{4BB5051B-0274-4700-30DD-C0203E958CCC}"/>
              </a:ext>
            </a:extLst>
          </p:cNvPr>
          <p:cNvCxnSpPr>
            <a:cxnSpLocks/>
          </p:cNvCxnSpPr>
          <p:nvPr/>
        </p:nvCxnSpPr>
        <p:spPr>
          <a:xfrm flipV="1">
            <a:off x="4212250" y="4388783"/>
            <a:ext cx="1356131" cy="6384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2">
            <a:extLst>
              <a:ext uri="{FF2B5EF4-FFF2-40B4-BE49-F238E27FC236}">
                <a16:creationId xmlns:a16="http://schemas.microsoft.com/office/drawing/2014/main" id="{2F840BFA-56AD-45A5-F2B3-AE6FD8BA766E}"/>
              </a:ext>
            </a:extLst>
          </p:cNvPr>
          <p:cNvCxnSpPr>
            <a:cxnSpLocks/>
          </p:cNvCxnSpPr>
          <p:nvPr/>
        </p:nvCxnSpPr>
        <p:spPr>
          <a:xfrm>
            <a:off x="1906699" y="5045639"/>
            <a:ext cx="2212754" cy="0"/>
          </a:xfrm>
          <a:prstGeom prst="line">
            <a:avLst/>
          </a:prstGeom>
          <a:ln w="381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!!d8">
            <a:extLst>
              <a:ext uri="{FF2B5EF4-FFF2-40B4-BE49-F238E27FC236}">
                <a16:creationId xmlns:a16="http://schemas.microsoft.com/office/drawing/2014/main" id="{5C9AD017-AF99-37A1-A35D-3CB012EDF90F}"/>
              </a:ext>
            </a:extLst>
          </p:cNvPr>
          <p:cNvCxnSpPr>
            <a:cxnSpLocks/>
          </p:cNvCxnSpPr>
          <p:nvPr/>
        </p:nvCxnSpPr>
        <p:spPr>
          <a:xfrm flipH="1" flipV="1">
            <a:off x="5559051" y="4335117"/>
            <a:ext cx="235698" cy="13449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6">
            <a:extLst>
              <a:ext uri="{FF2B5EF4-FFF2-40B4-BE49-F238E27FC236}">
                <a16:creationId xmlns:a16="http://schemas.microsoft.com/office/drawing/2014/main" id="{71695126-953D-7D77-C173-BB99052460AA}"/>
              </a:ext>
            </a:extLst>
          </p:cNvPr>
          <p:cNvCxnSpPr>
            <a:cxnSpLocks/>
          </p:cNvCxnSpPr>
          <p:nvPr/>
        </p:nvCxnSpPr>
        <p:spPr>
          <a:xfrm flipV="1">
            <a:off x="3667308" y="5090253"/>
            <a:ext cx="452145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d3">
            <a:extLst>
              <a:ext uri="{FF2B5EF4-FFF2-40B4-BE49-F238E27FC236}">
                <a16:creationId xmlns:a16="http://schemas.microsoft.com/office/drawing/2014/main" id="{13473E22-F330-89FD-837D-3C1BA4980B80}"/>
              </a:ext>
            </a:extLst>
          </p:cNvPr>
          <p:cNvCxnSpPr>
            <a:cxnSpLocks/>
          </p:cNvCxnSpPr>
          <p:nvPr/>
        </p:nvCxnSpPr>
        <p:spPr>
          <a:xfrm>
            <a:off x="3019604" y="4107193"/>
            <a:ext cx="808599" cy="710134"/>
          </a:xfrm>
          <a:prstGeom prst="line">
            <a:avLst/>
          </a:prstGeom>
          <a:ln w="38100">
            <a:solidFill>
              <a:schemeClr val="accent4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!!u4">
            <a:extLst>
              <a:ext uri="{FF2B5EF4-FFF2-40B4-BE49-F238E27FC236}">
                <a16:creationId xmlns:a16="http://schemas.microsoft.com/office/drawing/2014/main" id="{0B96723F-9ADF-0F92-8D44-188D9142B48E}"/>
              </a:ext>
            </a:extLst>
          </p:cNvPr>
          <p:cNvSpPr/>
          <p:nvPr/>
        </p:nvSpPr>
        <p:spPr>
          <a:xfrm>
            <a:off x="3828203" y="473316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!!u3">
            <a:extLst>
              <a:ext uri="{FF2B5EF4-FFF2-40B4-BE49-F238E27FC236}">
                <a16:creationId xmlns:a16="http://schemas.microsoft.com/office/drawing/2014/main" id="{3423DF00-F6A4-8FC6-5DA4-859A29EB131A}"/>
              </a:ext>
            </a:extLst>
          </p:cNvPr>
          <p:cNvSpPr/>
          <p:nvPr/>
        </p:nvSpPr>
        <p:spPr>
          <a:xfrm>
            <a:off x="2143015" y="589037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!!u6">
            <a:extLst>
              <a:ext uri="{FF2B5EF4-FFF2-40B4-BE49-F238E27FC236}">
                <a16:creationId xmlns:a16="http://schemas.microsoft.com/office/drawing/2014/main" id="{25A4C767-1E57-2E78-D993-0425CE4C567C}"/>
              </a:ext>
            </a:extLst>
          </p:cNvPr>
          <p:cNvSpPr/>
          <p:nvPr/>
        </p:nvSpPr>
        <p:spPr>
          <a:xfrm>
            <a:off x="3366057" y="589037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5" name="!!u7">
            <a:extLst>
              <a:ext uri="{FF2B5EF4-FFF2-40B4-BE49-F238E27FC236}">
                <a16:creationId xmlns:a16="http://schemas.microsoft.com/office/drawing/2014/main" id="{B088166A-A58C-08BB-252F-7780A2540AEA}"/>
              </a:ext>
            </a:extLst>
          </p:cNvPr>
          <p:cNvSpPr/>
          <p:nvPr/>
        </p:nvSpPr>
        <p:spPr>
          <a:xfrm>
            <a:off x="5267130" y="4107193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6" name="!!u5">
            <a:extLst>
              <a:ext uri="{FF2B5EF4-FFF2-40B4-BE49-F238E27FC236}">
                <a16:creationId xmlns:a16="http://schemas.microsoft.com/office/drawing/2014/main" id="{60473EC6-111F-B41E-56F6-4CE9B17DB6F5}"/>
              </a:ext>
            </a:extLst>
          </p:cNvPr>
          <p:cNvSpPr/>
          <p:nvPr/>
        </p:nvSpPr>
        <p:spPr>
          <a:xfrm>
            <a:off x="5493498" y="5345381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7" name="!!u1">
            <a:extLst>
              <a:ext uri="{FF2B5EF4-FFF2-40B4-BE49-F238E27FC236}">
                <a16:creationId xmlns:a16="http://schemas.microsoft.com/office/drawing/2014/main" id="{BD1F8D72-1222-B53F-4E0C-7A4D11452CC5}"/>
              </a:ext>
            </a:extLst>
          </p:cNvPr>
          <p:cNvSpPr/>
          <p:nvPr/>
        </p:nvSpPr>
        <p:spPr>
          <a:xfrm>
            <a:off x="2683851" y="3748345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!!u2">
            <a:extLst>
              <a:ext uri="{FF2B5EF4-FFF2-40B4-BE49-F238E27FC236}">
                <a16:creationId xmlns:a16="http://schemas.microsoft.com/office/drawing/2014/main" id="{6C2E3E5D-43E3-E9BB-DF3D-9FC4C8A01A2B}"/>
              </a:ext>
            </a:extLst>
          </p:cNvPr>
          <p:cNvSpPr/>
          <p:nvPr/>
        </p:nvSpPr>
        <p:spPr>
          <a:xfrm>
            <a:off x="1605449" y="4760894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!!content2">
            <a:extLst>
              <a:ext uri="{FF2B5EF4-FFF2-40B4-BE49-F238E27FC236}">
                <a16:creationId xmlns:a16="http://schemas.microsoft.com/office/drawing/2014/main" id="{CF51EDA3-15C3-A78F-3CF5-E988C97BE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Betweenness centrality: </a:t>
            </a:r>
            <a:r>
              <a:rPr lang="en-US" sz="2400" dirty="0"/>
              <a:t>measures how often a node lies on the </a:t>
            </a:r>
            <a:r>
              <a:rPr lang="en-US" sz="2400" i="1" dirty="0"/>
              <a:t>shortest paths </a:t>
            </a:r>
            <a:r>
              <a:rPr lang="en-US" sz="2400" dirty="0"/>
              <a:t>between other nodes (i.e. how many times a node is in between an origin and a destination).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eq2">
                <a:extLst>
                  <a:ext uri="{FF2B5EF4-FFF2-40B4-BE49-F238E27FC236}">
                    <a16:creationId xmlns:a16="http://schemas.microsoft.com/office/drawing/2014/main" id="{E9A181E9-3D5E-F773-7D27-5FC9E8198A84}"/>
                  </a:ext>
                </a:extLst>
              </p:cNvPr>
              <p:cNvSpPr txBox="1"/>
              <p:nvPr/>
            </p:nvSpPr>
            <p:spPr>
              <a:xfrm>
                <a:off x="4917846" y="3168699"/>
                <a:ext cx="1518108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!!eq2">
                <a:extLst>
                  <a:ext uri="{FF2B5EF4-FFF2-40B4-BE49-F238E27FC236}">
                    <a16:creationId xmlns:a16="http://schemas.microsoft.com/office/drawing/2014/main" id="{E9A181E9-3D5E-F773-7D27-5FC9E8198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846" y="3168699"/>
                <a:ext cx="1518108" cy="518604"/>
              </a:xfrm>
              <a:prstGeom prst="rect">
                <a:avLst/>
              </a:prstGeom>
              <a:blipFill>
                <a:blip r:embed="rId3"/>
                <a:stretch>
                  <a:fillRect l="-3333" t="-4762" r="-833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352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9522B-B165-64C6-88E2-0013106F9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!!d3">
            <a:extLst>
              <a:ext uri="{FF2B5EF4-FFF2-40B4-BE49-F238E27FC236}">
                <a16:creationId xmlns:a16="http://schemas.microsoft.com/office/drawing/2014/main" id="{539E6BEA-5CBD-3727-F779-9F112381CFE3}"/>
              </a:ext>
            </a:extLst>
          </p:cNvPr>
          <p:cNvCxnSpPr>
            <a:cxnSpLocks/>
          </p:cNvCxnSpPr>
          <p:nvPr/>
        </p:nvCxnSpPr>
        <p:spPr>
          <a:xfrm>
            <a:off x="2987739" y="4096125"/>
            <a:ext cx="1160210" cy="92008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4F32E2-2C58-E005-7DFD-7D7893B4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Centrality</a:t>
            </a:r>
          </a:p>
        </p:txBody>
      </p:sp>
      <p:cxnSp>
        <p:nvCxnSpPr>
          <p:cNvPr id="3" name="!!d7">
            <a:extLst>
              <a:ext uri="{FF2B5EF4-FFF2-40B4-BE49-F238E27FC236}">
                <a16:creationId xmlns:a16="http://schemas.microsoft.com/office/drawing/2014/main" id="{3411B8F0-C0AA-6467-1425-4D9E0EEF3139}"/>
              </a:ext>
            </a:extLst>
          </p:cNvPr>
          <p:cNvCxnSpPr>
            <a:cxnSpLocks/>
          </p:cNvCxnSpPr>
          <p:nvPr/>
        </p:nvCxnSpPr>
        <p:spPr>
          <a:xfrm>
            <a:off x="4179814" y="5054339"/>
            <a:ext cx="1232245" cy="513836"/>
          </a:xfrm>
          <a:prstGeom prst="line">
            <a:avLst/>
          </a:prstGeom>
          <a:ln w="38100">
            <a:solidFill>
              <a:schemeClr val="accent4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!!d4">
            <a:extLst>
              <a:ext uri="{FF2B5EF4-FFF2-40B4-BE49-F238E27FC236}">
                <a16:creationId xmlns:a16="http://schemas.microsoft.com/office/drawing/2014/main" id="{86416528-15EC-8123-FB4C-1BB61327AF56}"/>
              </a:ext>
            </a:extLst>
          </p:cNvPr>
          <p:cNvCxnSpPr>
            <a:cxnSpLocks/>
          </p:cNvCxnSpPr>
          <p:nvPr/>
        </p:nvCxnSpPr>
        <p:spPr>
          <a:xfrm>
            <a:off x="1898660" y="5090253"/>
            <a:ext cx="578867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5">
            <a:extLst>
              <a:ext uri="{FF2B5EF4-FFF2-40B4-BE49-F238E27FC236}">
                <a16:creationId xmlns:a16="http://schemas.microsoft.com/office/drawing/2014/main" id="{99593A02-5161-FDD8-0273-CDFB4D397833}"/>
              </a:ext>
            </a:extLst>
          </p:cNvPr>
          <p:cNvCxnSpPr>
            <a:cxnSpLocks/>
          </p:cNvCxnSpPr>
          <p:nvPr/>
        </p:nvCxnSpPr>
        <p:spPr>
          <a:xfrm>
            <a:off x="2343053" y="6200749"/>
            <a:ext cx="130998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1">
            <a:extLst>
              <a:ext uri="{FF2B5EF4-FFF2-40B4-BE49-F238E27FC236}">
                <a16:creationId xmlns:a16="http://schemas.microsoft.com/office/drawing/2014/main" id="{48357F26-E49E-589A-05BE-0E048F9117BE}"/>
              </a:ext>
            </a:extLst>
          </p:cNvPr>
          <p:cNvCxnSpPr>
            <a:cxnSpLocks/>
          </p:cNvCxnSpPr>
          <p:nvPr/>
        </p:nvCxnSpPr>
        <p:spPr>
          <a:xfrm flipV="1">
            <a:off x="1906698" y="4108480"/>
            <a:ext cx="1112906" cy="9536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9">
            <a:extLst>
              <a:ext uri="{FF2B5EF4-FFF2-40B4-BE49-F238E27FC236}">
                <a16:creationId xmlns:a16="http://schemas.microsoft.com/office/drawing/2014/main" id="{76EB92CF-084C-755F-D5F4-7896758A4BA4}"/>
              </a:ext>
            </a:extLst>
          </p:cNvPr>
          <p:cNvCxnSpPr>
            <a:cxnSpLocks/>
          </p:cNvCxnSpPr>
          <p:nvPr/>
        </p:nvCxnSpPr>
        <p:spPr>
          <a:xfrm flipV="1">
            <a:off x="4212250" y="4388783"/>
            <a:ext cx="1356131" cy="6384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2">
            <a:extLst>
              <a:ext uri="{FF2B5EF4-FFF2-40B4-BE49-F238E27FC236}">
                <a16:creationId xmlns:a16="http://schemas.microsoft.com/office/drawing/2014/main" id="{47EB6937-9603-DF9B-550F-5A420E3BC13B}"/>
              </a:ext>
            </a:extLst>
          </p:cNvPr>
          <p:cNvCxnSpPr>
            <a:cxnSpLocks/>
          </p:cNvCxnSpPr>
          <p:nvPr/>
        </p:nvCxnSpPr>
        <p:spPr>
          <a:xfrm>
            <a:off x="1929001" y="5045639"/>
            <a:ext cx="1817808" cy="0"/>
          </a:xfrm>
          <a:prstGeom prst="line">
            <a:avLst/>
          </a:prstGeom>
          <a:ln w="38100">
            <a:solidFill>
              <a:schemeClr val="accent4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!!d8">
            <a:extLst>
              <a:ext uri="{FF2B5EF4-FFF2-40B4-BE49-F238E27FC236}">
                <a16:creationId xmlns:a16="http://schemas.microsoft.com/office/drawing/2014/main" id="{7002D20C-31FD-C4DC-88CF-7BDF84FEEC1E}"/>
              </a:ext>
            </a:extLst>
          </p:cNvPr>
          <p:cNvCxnSpPr>
            <a:cxnSpLocks/>
          </p:cNvCxnSpPr>
          <p:nvPr/>
        </p:nvCxnSpPr>
        <p:spPr>
          <a:xfrm flipH="1" flipV="1">
            <a:off x="5559051" y="4335117"/>
            <a:ext cx="235698" cy="13449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6">
            <a:extLst>
              <a:ext uri="{FF2B5EF4-FFF2-40B4-BE49-F238E27FC236}">
                <a16:creationId xmlns:a16="http://schemas.microsoft.com/office/drawing/2014/main" id="{4CC95447-E493-F16F-E456-A32E994A7981}"/>
              </a:ext>
            </a:extLst>
          </p:cNvPr>
          <p:cNvCxnSpPr>
            <a:cxnSpLocks/>
          </p:cNvCxnSpPr>
          <p:nvPr/>
        </p:nvCxnSpPr>
        <p:spPr>
          <a:xfrm flipV="1">
            <a:off x="3667308" y="5090253"/>
            <a:ext cx="452145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u3">
            <a:extLst>
              <a:ext uri="{FF2B5EF4-FFF2-40B4-BE49-F238E27FC236}">
                <a16:creationId xmlns:a16="http://schemas.microsoft.com/office/drawing/2014/main" id="{63348A1D-B5D6-CAA9-1740-3A1AD257ECEA}"/>
              </a:ext>
            </a:extLst>
          </p:cNvPr>
          <p:cNvSpPr/>
          <p:nvPr/>
        </p:nvSpPr>
        <p:spPr>
          <a:xfrm>
            <a:off x="2143015" y="589037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!!u6">
            <a:extLst>
              <a:ext uri="{FF2B5EF4-FFF2-40B4-BE49-F238E27FC236}">
                <a16:creationId xmlns:a16="http://schemas.microsoft.com/office/drawing/2014/main" id="{83D66CE6-3013-FC02-2D12-59F7C9A821F1}"/>
              </a:ext>
            </a:extLst>
          </p:cNvPr>
          <p:cNvSpPr/>
          <p:nvPr/>
        </p:nvSpPr>
        <p:spPr>
          <a:xfrm>
            <a:off x="3366057" y="589037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5" name="!!u7">
            <a:extLst>
              <a:ext uri="{FF2B5EF4-FFF2-40B4-BE49-F238E27FC236}">
                <a16:creationId xmlns:a16="http://schemas.microsoft.com/office/drawing/2014/main" id="{8EFE4504-24E9-BD45-396A-E0A58D794E91}"/>
              </a:ext>
            </a:extLst>
          </p:cNvPr>
          <p:cNvSpPr/>
          <p:nvPr/>
        </p:nvSpPr>
        <p:spPr>
          <a:xfrm>
            <a:off x="5267130" y="4107193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6" name="!!u5">
            <a:extLst>
              <a:ext uri="{FF2B5EF4-FFF2-40B4-BE49-F238E27FC236}">
                <a16:creationId xmlns:a16="http://schemas.microsoft.com/office/drawing/2014/main" id="{2F74F0B2-38FE-CBEA-3E8F-7F896A7BAA09}"/>
              </a:ext>
            </a:extLst>
          </p:cNvPr>
          <p:cNvSpPr/>
          <p:nvPr/>
        </p:nvSpPr>
        <p:spPr>
          <a:xfrm>
            <a:off x="5493498" y="5345381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7" name="!!u1">
            <a:extLst>
              <a:ext uri="{FF2B5EF4-FFF2-40B4-BE49-F238E27FC236}">
                <a16:creationId xmlns:a16="http://schemas.microsoft.com/office/drawing/2014/main" id="{8BE28FB9-78AB-AE4C-22B9-D90C65E847BD}"/>
              </a:ext>
            </a:extLst>
          </p:cNvPr>
          <p:cNvSpPr/>
          <p:nvPr/>
        </p:nvSpPr>
        <p:spPr>
          <a:xfrm>
            <a:off x="2683851" y="3748345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!!u2">
            <a:extLst>
              <a:ext uri="{FF2B5EF4-FFF2-40B4-BE49-F238E27FC236}">
                <a16:creationId xmlns:a16="http://schemas.microsoft.com/office/drawing/2014/main" id="{F02E4703-355B-5CB0-2FA1-6BDB064C8775}"/>
              </a:ext>
            </a:extLst>
          </p:cNvPr>
          <p:cNvSpPr/>
          <p:nvPr/>
        </p:nvSpPr>
        <p:spPr>
          <a:xfrm>
            <a:off x="1605449" y="4760894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!!content2">
            <a:extLst>
              <a:ext uri="{FF2B5EF4-FFF2-40B4-BE49-F238E27FC236}">
                <a16:creationId xmlns:a16="http://schemas.microsoft.com/office/drawing/2014/main" id="{B5B7AC84-1680-D39F-F794-09FED2143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Betweenness centrality: </a:t>
            </a:r>
            <a:r>
              <a:rPr lang="en-US" sz="2400" dirty="0"/>
              <a:t>measures how often a node lies on the </a:t>
            </a:r>
            <a:r>
              <a:rPr lang="en-US" sz="2400" i="1" dirty="0"/>
              <a:t>shortest paths </a:t>
            </a:r>
            <a:r>
              <a:rPr lang="en-US" sz="2400" dirty="0"/>
              <a:t>between other nodes (i.e. how many times a node is in between an origin and a destination).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eq2">
                <a:extLst>
                  <a:ext uri="{FF2B5EF4-FFF2-40B4-BE49-F238E27FC236}">
                    <a16:creationId xmlns:a16="http://schemas.microsoft.com/office/drawing/2014/main" id="{061D20FC-4901-73E0-329D-12BCD4C740FC}"/>
                  </a:ext>
                </a:extLst>
              </p:cNvPr>
              <p:cNvSpPr txBox="1"/>
              <p:nvPr/>
            </p:nvSpPr>
            <p:spPr>
              <a:xfrm>
                <a:off x="4834461" y="3168699"/>
                <a:ext cx="192206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!!eq2">
                <a:extLst>
                  <a:ext uri="{FF2B5EF4-FFF2-40B4-BE49-F238E27FC236}">
                    <a16:creationId xmlns:a16="http://schemas.microsoft.com/office/drawing/2014/main" id="{061D20FC-4901-73E0-329D-12BCD4C7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461" y="3168699"/>
                <a:ext cx="1922065" cy="518604"/>
              </a:xfrm>
              <a:prstGeom prst="rect">
                <a:avLst/>
              </a:prstGeom>
              <a:blipFill>
                <a:blip r:embed="rId3"/>
                <a:stretch>
                  <a:fillRect l="-2632" t="-4762" r="-658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!!u4">
            <a:extLst>
              <a:ext uri="{FF2B5EF4-FFF2-40B4-BE49-F238E27FC236}">
                <a16:creationId xmlns:a16="http://schemas.microsoft.com/office/drawing/2014/main" id="{4526754B-65CC-4CC7-EEDA-4D78D05A666D}"/>
              </a:ext>
            </a:extLst>
          </p:cNvPr>
          <p:cNvSpPr/>
          <p:nvPr/>
        </p:nvSpPr>
        <p:spPr>
          <a:xfrm>
            <a:off x="3828203" y="473316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52280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0A5AD-9D9F-018E-183E-41A6E2E2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!!d3">
            <a:extLst>
              <a:ext uri="{FF2B5EF4-FFF2-40B4-BE49-F238E27FC236}">
                <a16:creationId xmlns:a16="http://schemas.microsoft.com/office/drawing/2014/main" id="{EAB8722E-98BA-4B3D-75D7-5C53C483A0F5}"/>
              </a:ext>
            </a:extLst>
          </p:cNvPr>
          <p:cNvCxnSpPr>
            <a:cxnSpLocks/>
          </p:cNvCxnSpPr>
          <p:nvPr/>
        </p:nvCxnSpPr>
        <p:spPr>
          <a:xfrm>
            <a:off x="2987739" y="4096125"/>
            <a:ext cx="1160210" cy="92008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C7CAC63-DB1B-91B3-3295-F6535ACF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Centrality</a:t>
            </a:r>
          </a:p>
        </p:txBody>
      </p:sp>
      <p:cxnSp>
        <p:nvCxnSpPr>
          <p:cNvPr id="3" name="!!d7">
            <a:extLst>
              <a:ext uri="{FF2B5EF4-FFF2-40B4-BE49-F238E27FC236}">
                <a16:creationId xmlns:a16="http://schemas.microsoft.com/office/drawing/2014/main" id="{FC830343-9EAF-BF0A-8E5B-2BE082C6967C}"/>
              </a:ext>
            </a:extLst>
          </p:cNvPr>
          <p:cNvCxnSpPr>
            <a:cxnSpLocks/>
          </p:cNvCxnSpPr>
          <p:nvPr/>
        </p:nvCxnSpPr>
        <p:spPr>
          <a:xfrm>
            <a:off x="4179814" y="5054339"/>
            <a:ext cx="1232245" cy="513836"/>
          </a:xfrm>
          <a:prstGeom prst="line">
            <a:avLst/>
          </a:prstGeom>
          <a:ln w="38100">
            <a:solidFill>
              <a:schemeClr val="accent4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!!d4">
            <a:extLst>
              <a:ext uri="{FF2B5EF4-FFF2-40B4-BE49-F238E27FC236}">
                <a16:creationId xmlns:a16="http://schemas.microsoft.com/office/drawing/2014/main" id="{41E98AA6-AD7B-E0DD-E196-FC702364C43A}"/>
              </a:ext>
            </a:extLst>
          </p:cNvPr>
          <p:cNvCxnSpPr>
            <a:cxnSpLocks/>
          </p:cNvCxnSpPr>
          <p:nvPr/>
        </p:nvCxnSpPr>
        <p:spPr>
          <a:xfrm>
            <a:off x="1898660" y="5090253"/>
            <a:ext cx="578867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5">
            <a:extLst>
              <a:ext uri="{FF2B5EF4-FFF2-40B4-BE49-F238E27FC236}">
                <a16:creationId xmlns:a16="http://schemas.microsoft.com/office/drawing/2014/main" id="{58B00535-4C2D-CEA5-AF7F-A450FE00104E}"/>
              </a:ext>
            </a:extLst>
          </p:cNvPr>
          <p:cNvCxnSpPr>
            <a:cxnSpLocks/>
          </p:cNvCxnSpPr>
          <p:nvPr/>
        </p:nvCxnSpPr>
        <p:spPr>
          <a:xfrm flipV="1">
            <a:off x="2276147" y="6191623"/>
            <a:ext cx="1023004" cy="9126"/>
          </a:xfrm>
          <a:prstGeom prst="line">
            <a:avLst/>
          </a:prstGeom>
          <a:ln w="38100">
            <a:solidFill>
              <a:schemeClr val="accent4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1">
            <a:extLst>
              <a:ext uri="{FF2B5EF4-FFF2-40B4-BE49-F238E27FC236}">
                <a16:creationId xmlns:a16="http://schemas.microsoft.com/office/drawing/2014/main" id="{1048BCEB-BCDF-E421-2B89-FEA2E7552BAD}"/>
              </a:ext>
            </a:extLst>
          </p:cNvPr>
          <p:cNvCxnSpPr>
            <a:cxnSpLocks/>
          </p:cNvCxnSpPr>
          <p:nvPr/>
        </p:nvCxnSpPr>
        <p:spPr>
          <a:xfrm flipV="1">
            <a:off x="1906698" y="4108480"/>
            <a:ext cx="1112906" cy="9536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9">
            <a:extLst>
              <a:ext uri="{FF2B5EF4-FFF2-40B4-BE49-F238E27FC236}">
                <a16:creationId xmlns:a16="http://schemas.microsoft.com/office/drawing/2014/main" id="{D44B4CDE-292C-C650-BEB7-C67DE4842962}"/>
              </a:ext>
            </a:extLst>
          </p:cNvPr>
          <p:cNvCxnSpPr>
            <a:cxnSpLocks/>
          </p:cNvCxnSpPr>
          <p:nvPr/>
        </p:nvCxnSpPr>
        <p:spPr>
          <a:xfrm flipV="1">
            <a:off x="4212250" y="4388783"/>
            <a:ext cx="1356131" cy="6384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2">
            <a:extLst>
              <a:ext uri="{FF2B5EF4-FFF2-40B4-BE49-F238E27FC236}">
                <a16:creationId xmlns:a16="http://schemas.microsoft.com/office/drawing/2014/main" id="{FF46692D-755D-B55A-B369-E84DB8F0750D}"/>
              </a:ext>
            </a:extLst>
          </p:cNvPr>
          <p:cNvCxnSpPr>
            <a:cxnSpLocks/>
          </p:cNvCxnSpPr>
          <p:nvPr/>
        </p:nvCxnSpPr>
        <p:spPr>
          <a:xfrm>
            <a:off x="1929001" y="5045639"/>
            <a:ext cx="2190452" cy="0"/>
          </a:xfrm>
          <a:prstGeom prst="line">
            <a:avLst/>
          </a:prstGeom>
          <a:ln w="38100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!!d8">
            <a:extLst>
              <a:ext uri="{FF2B5EF4-FFF2-40B4-BE49-F238E27FC236}">
                <a16:creationId xmlns:a16="http://schemas.microsoft.com/office/drawing/2014/main" id="{331333C9-593A-A959-C6DD-E16FB895C7E5}"/>
              </a:ext>
            </a:extLst>
          </p:cNvPr>
          <p:cNvCxnSpPr>
            <a:cxnSpLocks/>
          </p:cNvCxnSpPr>
          <p:nvPr/>
        </p:nvCxnSpPr>
        <p:spPr>
          <a:xfrm flipH="1" flipV="1">
            <a:off x="5559051" y="4335117"/>
            <a:ext cx="235698" cy="13449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6">
            <a:extLst>
              <a:ext uri="{FF2B5EF4-FFF2-40B4-BE49-F238E27FC236}">
                <a16:creationId xmlns:a16="http://schemas.microsoft.com/office/drawing/2014/main" id="{C5EC6FB9-79EC-67EF-CFE1-1063B5564623}"/>
              </a:ext>
            </a:extLst>
          </p:cNvPr>
          <p:cNvCxnSpPr>
            <a:cxnSpLocks/>
          </p:cNvCxnSpPr>
          <p:nvPr/>
        </p:nvCxnSpPr>
        <p:spPr>
          <a:xfrm flipV="1">
            <a:off x="3667308" y="5363397"/>
            <a:ext cx="361999" cy="828225"/>
          </a:xfrm>
          <a:prstGeom prst="line">
            <a:avLst/>
          </a:prstGeom>
          <a:ln w="38100">
            <a:solidFill>
              <a:schemeClr val="accent4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u3">
            <a:extLst>
              <a:ext uri="{FF2B5EF4-FFF2-40B4-BE49-F238E27FC236}">
                <a16:creationId xmlns:a16="http://schemas.microsoft.com/office/drawing/2014/main" id="{4DB52B86-453F-8D49-B77D-8C0E4801B714}"/>
              </a:ext>
            </a:extLst>
          </p:cNvPr>
          <p:cNvSpPr/>
          <p:nvPr/>
        </p:nvSpPr>
        <p:spPr>
          <a:xfrm>
            <a:off x="2143015" y="589037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!!u6">
            <a:extLst>
              <a:ext uri="{FF2B5EF4-FFF2-40B4-BE49-F238E27FC236}">
                <a16:creationId xmlns:a16="http://schemas.microsoft.com/office/drawing/2014/main" id="{048EF57F-B312-B95E-F125-C0CA0C15501D}"/>
              </a:ext>
            </a:extLst>
          </p:cNvPr>
          <p:cNvSpPr/>
          <p:nvPr/>
        </p:nvSpPr>
        <p:spPr>
          <a:xfrm>
            <a:off x="3366057" y="589037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5" name="!!u7">
            <a:extLst>
              <a:ext uri="{FF2B5EF4-FFF2-40B4-BE49-F238E27FC236}">
                <a16:creationId xmlns:a16="http://schemas.microsoft.com/office/drawing/2014/main" id="{11870700-CF27-B346-D4C7-C9A81C115E37}"/>
              </a:ext>
            </a:extLst>
          </p:cNvPr>
          <p:cNvSpPr/>
          <p:nvPr/>
        </p:nvSpPr>
        <p:spPr>
          <a:xfrm>
            <a:off x="5267130" y="4107193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6" name="!!u5">
            <a:extLst>
              <a:ext uri="{FF2B5EF4-FFF2-40B4-BE49-F238E27FC236}">
                <a16:creationId xmlns:a16="http://schemas.microsoft.com/office/drawing/2014/main" id="{5DC6AC76-01B3-EA34-1251-7093819AED4D}"/>
              </a:ext>
            </a:extLst>
          </p:cNvPr>
          <p:cNvSpPr/>
          <p:nvPr/>
        </p:nvSpPr>
        <p:spPr>
          <a:xfrm>
            <a:off x="5493498" y="5345381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7" name="!!u1">
            <a:extLst>
              <a:ext uri="{FF2B5EF4-FFF2-40B4-BE49-F238E27FC236}">
                <a16:creationId xmlns:a16="http://schemas.microsoft.com/office/drawing/2014/main" id="{76A2B59F-19C0-C784-7FDA-8A22E1157766}"/>
              </a:ext>
            </a:extLst>
          </p:cNvPr>
          <p:cNvSpPr/>
          <p:nvPr/>
        </p:nvSpPr>
        <p:spPr>
          <a:xfrm>
            <a:off x="2683851" y="3748345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!!u2">
            <a:extLst>
              <a:ext uri="{FF2B5EF4-FFF2-40B4-BE49-F238E27FC236}">
                <a16:creationId xmlns:a16="http://schemas.microsoft.com/office/drawing/2014/main" id="{EFF43570-8057-EDC7-5B4C-80C64C47945F}"/>
              </a:ext>
            </a:extLst>
          </p:cNvPr>
          <p:cNvSpPr/>
          <p:nvPr/>
        </p:nvSpPr>
        <p:spPr>
          <a:xfrm>
            <a:off x="1605449" y="4760894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!!content2">
            <a:extLst>
              <a:ext uri="{FF2B5EF4-FFF2-40B4-BE49-F238E27FC236}">
                <a16:creationId xmlns:a16="http://schemas.microsoft.com/office/drawing/2014/main" id="{F9A53E2B-EDEC-CDD2-589A-F2B730916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Betweenness centrality: </a:t>
            </a:r>
            <a:r>
              <a:rPr lang="en-US" sz="2400" dirty="0"/>
              <a:t>measures how often a node lies on the </a:t>
            </a:r>
            <a:r>
              <a:rPr lang="en-US" sz="2400" i="1" dirty="0"/>
              <a:t>shortest paths </a:t>
            </a:r>
            <a:r>
              <a:rPr lang="en-US" sz="2400" dirty="0"/>
              <a:t>between other nodes (i.e. how many times a node is in between an origin and a destination).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eq2">
                <a:extLst>
                  <a:ext uri="{FF2B5EF4-FFF2-40B4-BE49-F238E27FC236}">
                    <a16:creationId xmlns:a16="http://schemas.microsoft.com/office/drawing/2014/main" id="{548751B7-622B-A998-05D5-63213F063054}"/>
                  </a:ext>
                </a:extLst>
              </p:cNvPr>
              <p:cNvSpPr txBox="1"/>
              <p:nvPr/>
            </p:nvSpPr>
            <p:spPr>
              <a:xfrm>
                <a:off x="4834461" y="3168699"/>
                <a:ext cx="232602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!!eq2">
                <a:extLst>
                  <a:ext uri="{FF2B5EF4-FFF2-40B4-BE49-F238E27FC236}">
                    <a16:creationId xmlns:a16="http://schemas.microsoft.com/office/drawing/2014/main" id="{548751B7-622B-A998-05D5-63213F063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461" y="3168699"/>
                <a:ext cx="2326021" cy="518604"/>
              </a:xfrm>
              <a:prstGeom prst="rect">
                <a:avLst/>
              </a:prstGeom>
              <a:blipFill>
                <a:blip r:embed="rId3"/>
                <a:stretch>
                  <a:fillRect l="-2174" t="-4762" r="-543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!!u4">
            <a:extLst>
              <a:ext uri="{FF2B5EF4-FFF2-40B4-BE49-F238E27FC236}">
                <a16:creationId xmlns:a16="http://schemas.microsoft.com/office/drawing/2014/main" id="{EFD11BC8-A945-E11C-4228-A947DC0A2785}"/>
              </a:ext>
            </a:extLst>
          </p:cNvPr>
          <p:cNvSpPr/>
          <p:nvPr/>
        </p:nvSpPr>
        <p:spPr>
          <a:xfrm>
            <a:off x="3828203" y="473316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620941-1D92-A1A0-92B3-BAA5EBB74D13}"/>
              </a:ext>
            </a:extLst>
          </p:cNvPr>
          <p:cNvSpPr txBox="1"/>
          <p:nvPr/>
        </p:nvSpPr>
        <p:spPr>
          <a:xfrm>
            <a:off x="6540404" y="4548965"/>
            <a:ext cx="3791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 </a:t>
            </a:r>
            <a:r>
              <a:rPr lang="en-US" b="1" i="1" dirty="0"/>
              <a:t>high</a:t>
            </a:r>
            <a:r>
              <a:rPr lang="en-US" i="1" dirty="0"/>
              <a:t> </a:t>
            </a:r>
            <a:r>
              <a:rPr lang="en-US" b="1" i="1" dirty="0"/>
              <a:t>betweenness centrality </a:t>
            </a:r>
            <a:r>
              <a:rPr lang="en-US" i="1" dirty="0"/>
              <a:t>means the node control </a:t>
            </a:r>
            <a:r>
              <a:rPr lang="en-US" b="1" i="1" dirty="0"/>
              <a:t>critical information flow</a:t>
            </a:r>
            <a:r>
              <a:rPr lang="en-US" i="1" dirty="0"/>
              <a:t> on the </a:t>
            </a:r>
            <a:r>
              <a:rPr lang="en-US" i="1" dirty="0" err="1"/>
              <a:t>networkv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88347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EB59-F33B-C7D5-0C30-762CBA93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949A-797B-9108-934E-A1BBA562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Clustering</a:t>
            </a:r>
          </a:p>
        </p:txBody>
      </p:sp>
      <p:sp>
        <p:nvSpPr>
          <p:cNvPr id="19" name="!!content3">
            <a:extLst>
              <a:ext uri="{FF2B5EF4-FFF2-40B4-BE49-F238E27FC236}">
                <a16:creationId xmlns:a16="http://schemas.microsoft.com/office/drawing/2014/main" id="{3D3699BC-3B7C-1F05-2699-B538CDE73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Clustering coefficient: </a:t>
            </a:r>
            <a:r>
              <a:rPr lang="en-US" sz="2400" dirty="0"/>
              <a:t>measures how connected a node’s neighbors are to each other.</a:t>
            </a:r>
            <a:endParaRPr lang="en-US" sz="2400" b="1" dirty="0"/>
          </a:p>
        </p:txBody>
      </p:sp>
      <p:cxnSp>
        <p:nvCxnSpPr>
          <p:cNvPr id="20" name="!!d7">
            <a:extLst>
              <a:ext uri="{FF2B5EF4-FFF2-40B4-BE49-F238E27FC236}">
                <a16:creationId xmlns:a16="http://schemas.microsoft.com/office/drawing/2014/main" id="{D76B745E-1C95-73F9-5B4F-9F320E20DFD4}"/>
              </a:ext>
            </a:extLst>
          </p:cNvPr>
          <p:cNvCxnSpPr>
            <a:cxnSpLocks/>
          </p:cNvCxnSpPr>
          <p:nvPr/>
        </p:nvCxnSpPr>
        <p:spPr>
          <a:xfrm>
            <a:off x="5936434" y="4848125"/>
            <a:ext cx="1624936" cy="6331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d4">
            <a:extLst>
              <a:ext uri="{FF2B5EF4-FFF2-40B4-BE49-F238E27FC236}">
                <a16:creationId xmlns:a16="http://schemas.microsoft.com/office/drawing/2014/main" id="{1C5299EF-1E84-E901-469E-0326BF887985}"/>
              </a:ext>
            </a:extLst>
          </p:cNvPr>
          <p:cNvCxnSpPr>
            <a:cxnSpLocks/>
          </p:cNvCxnSpPr>
          <p:nvPr/>
        </p:nvCxnSpPr>
        <p:spPr>
          <a:xfrm>
            <a:off x="3655280" y="4891473"/>
            <a:ext cx="578867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!!d5">
            <a:extLst>
              <a:ext uri="{FF2B5EF4-FFF2-40B4-BE49-F238E27FC236}">
                <a16:creationId xmlns:a16="http://schemas.microsoft.com/office/drawing/2014/main" id="{CC023038-D13A-8F5C-D602-8E346C19F519}"/>
              </a:ext>
            </a:extLst>
          </p:cNvPr>
          <p:cNvCxnSpPr>
            <a:cxnSpLocks/>
          </p:cNvCxnSpPr>
          <p:nvPr/>
        </p:nvCxnSpPr>
        <p:spPr>
          <a:xfrm>
            <a:off x="4099673" y="6001969"/>
            <a:ext cx="130998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!!d1">
            <a:extLst>
              <a:ext uri="{FF2B5EF4-FFF2-40B4-BE49-F238E27FC236}">
                <a16:creationId xmlns:a16="http://schemas.microsoft.com/office/drawing/2014/main" id="{07F13C3E-595A-F5A8-B9D2-04F0327834BC}"/>
              </a:ext>
            </a:extLst>
          </p:cNvPr>
          <p:cNvCxnSpPr>
            <a:cxnSpLocks/>
          </p:cNvCxnSpPr>
          <p:nvPr/>
        </p:nvCxnSpPr>
        <p:spPr>
          <a:xfrm flipV="1">
            <a:off x="3663318" y="3909700"/>
            <a:ext cx="1112906" cy="9536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!!d9">
            <a:extLst>
              <a:ext uri="{FF2B5EF4-FFF2-40B4-BE49-F238E27FC236}">
                <a16:creationId xmlns:a16="http://schemas.microsoft.com/office/drawing/2014/main" id="{51D9FE6A-B358-E7CE-3ECF-75EC3B476990}"/>
              </a:ext>
            </a:extLst>
          </p:cNvPr>
          <p:cNvCxnSpPr>
            <a:cxnSpLocks/>
          </p:cNvCxnSpPr>
          <p:nvPr/>
        </p:nvCxnSpPr>
        <p:spPr>
          <a:xfrm flipV="1">
            <a:off x="5968870" y="4190003"/>
            <a:ext cx="1356131" cy="6384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!!d2">
            <a:extLst>
              <a:ext uri="{FF2B5EF4-FFF2-40B4-BE49-F238E27FC236}">
                <a16:creationId xmlns:a16="http://schemas.microsoft.com/office/drawing/2014/main" id="{C85F5486-90F8-8FB7-2826-3D95CA3A535B}"/>
              </a:ext>
            </a:extLst>
          </p:cNvPr>
          <p:cNvCxnSpPr>
            <a:cxnSpLocks/>
          </p:cNvCxnSpPr>
          <p:nvPr/>
        </p:nvCxnSpPr>
        <p:spPr>
          <a:xfrm>
            <a:off x="3663319" y="4846859"/>
            <a:ext cx="221275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!!d8">
            <a:extLst>
              <a:ext uri="{FF2B5EF4-FFF2-40B4-BE49-F238E27FC236}">
                <a16:creationId xmlns:a16="http://schemas.microsoft.com/office/drawing/2014/main" id="{86827119-7A5F-AD7D-3C91-691136B827C5}"/>
              </a:ext>
            </a:extLst>
          </p:cNvPr>
          <p:cNvCxnSpPr>
            <a:cxnSpLocks/>
          </p:cNvCxnSpPr>
          <p:nvPr/>
        </p:nvCxnSpPr>
        <p:spPr>
          <a:xfrm flipH="1" flipV="1">
            <a:off x="7315671" y="4136337"/>
            <a:ext cx="235698" cy="13449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!!d6">
            <a:extLst>
              <a:ext uri="{FF2B5EF4-FFF2-40B4-BE49-F238E27FC236}">
                <a16:creationId xmlns:a16="http://schemas.microsoft.com/office/drawing/2014/main" id="{8DA9A4F2-2DA9-7CC2-C2DA-14134D39E2AF}"/>
              </a:ext>
            </a:extLst>
          </p:cNvPr>
          <p:cNvCxnSpPr>
            <a:cxnSpLocks/>
          </p:cNvCxnSpPr>
          <p:nvPr/>
        </p:nvCxnSpPr>
        <p:spPr>
          <a:xfrm flipV="1">
            <a:off x="5423928" y="5094161"/>
            <a:ext cx="452145" cy="89868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!!d3">
            <a:extLst>
              <a:ext uri="{FF2B5EF4-FFF2-40B4-BE49-F238E27FC236}">
                <a16:creationId xmlns:a16="http://schemas.microsoft.com/office/drawing/2014/main" id="{29CBA205-8E67-B7FC-CACE-2E2C767B6575}"/>
              </a:ext>
            </a:extLst>
          </p:cNvPr>
          <p:cNvCxnSpPr>
            <a:cxnSpLocks/>
          </p:cNvCxnSpPr>
          <p:nvPr/>
        </p:nvCxnSpPr>
        <p:spPr>
          <a:xfrm>
            <a:off x="4776224" y="3908413"/>
            <a:ext cx="1244030" cy="89946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!!u4">
            <a:extLst>
              <a:ext uri="{FF2B5EF4-FFF2-40B4-BE49-F238E27FC236}">
                <a16:creationId xmlns:a16="http://schemas.microsoft.com/office/drawing/2014/main" id="{E421914B-4313-0018-747D-C174A36B1FFD}"/>
              </a:ext>
            </a:extLst>
          </p:cNvPr>
          <p:cNvSpPr/>
          <p:nvPr/>
        </p:nvSpPr>
        <p:spPr>
          <a:xfrm>
            <a:off x="5584823" y="453438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!!u3">
            <a:extLst>
              <a:ext uri="{FF2B5EF4-FFF2-40B4-BE49-F238E27FC236}">
                <a16:creationId xmlns:a16="http://schemas.microsoft.com/office/drawing/2014/main" id="{AE38712F-4348-C814-5C0F-F2B7FDD40BFB}"/>
              </a:ext>
            </a:extLst>
          </p:cNvPr>
          <p:cNvSpPr/>
          <p:nvPr/>
        </p:nvSpPr>
        <p:spPr>
          <a:xfrm>
            <a:off x="3899635" y="569159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1" name="!!u6">
            <a:extLst>
              <a:ext uri="{FF2B5EF4-FFF2-40B4-BE49-F238E27FC236}">
                <a16:creationId xmlns:a16="http://schemas.microsoft.com/office/drawing/2014/main" id="{43B7CB72-E9DF-384E-B4A6-1F0CBDA9A22E}"/>
              </a:ext>
            </a:extLst>
          </p:cNvPr>
          <p:cNvSpPr/>
          <p:nvPr/>
        </p:nvSpPr>
        <p:spPr>
          <a:xfrm>
            <a:off x="5122677" y="569159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2" name="!!u7">
            <a:extLst>
              <a:ext uri="{FF2B5EF4-FFF2-40B4-BE49-F238E27FC236}">
                <a16:creationId xmlns:a16="http://schemas.microsoft.com/office/drawing/2014/main" id="{66CDB1A3-7666-3356-2467-19B999F3CD8D}"/>
              </a:ext>
            </a:extLst>
          </p:cNvPr>
          <p:cNvSpPr/>
          <p:nvPr/>
        </p:nvSpPr>
        <p:spPr>
          <a:xfrm>
            <a:off x="7023750" y="3908413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3" name="!!u5">
            <a:extLst>
              <a:ext uri="{FF2B5EF4-FFF2-40B4-BE49-F238E27FC236}">
                <a16:creationId xmlns:a16="http://schemas.microsoft.com/office/drawing/2014/main" id="{4D294D79-F8FF-30C7-8C82-9C9B5EE82DFB}"/>
              </a:ext>
            </a:extLst>
          </p:cNvPr>
          <p:cNvSpPr/>
          <p:nvPr/>
        </p:nvSpPr>
        <p:spPr>
          <a:xfrm>
            <a:off x="7250118" y="5146601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4" name="!!u1">
            <a:extLst>
              <a:ext uri="{FF2B5EF4-FFF2-40B4-BE49-F238E27FC236}">
                <a16:creationId xmlns:a16="http://schemas.microsoft.com/office/drawing/2014/main" id="{9EE5FCDC-1A1D-8349-FFC2-E537766E527D}"/>
              </a:ext>
            </a:extLst>
          </p:cNvPr>
          <p:cNvSpPr/>
          <p:nvPr/>
        </p:nvSpPr>
        <p:spPr>
          <a:xfrm>
            <a:off x="4440471" y="3549565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5" name="!!u2">
            <a:extLst>
              <a:ext uri="{FF2B5EF4-FFF2-40B4-BE49-F238E27FC236}">
                <a16:creationId xmlns:a16="http://schemas.microsoft.com/office/drawing/2014/main" id="{98FB84B3-5D37-FAA4-2420-37FDC8D2D8D4}"/>
              </a:ext>
            </a:extLst>
          </p:cNvPr>
          <p:cNvSpPr/>
          <p:nvPr/>
        </p:nvSpPr>
        <p:spPr>
          <a:xfrm>
            <a:off x="3362069" y="4562114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!!eq3">
                <a:extLst>
                  <a:ext uri="{FF2B5EF4-FFF2-40B4-BE49-F238E27FC236}">
                    <a16:creationId xmlns:a16="http://schemas.microsoft.com/office/drawing/2014/main" id="{CA96C94F-96C5-DFC4-403E-B77E1B064341}"/>
                  </a:ext>
                </a:extLst>
              </p:cNvPr>
              <p:cNvSpPr txBox="1"/>
              <p:nvPr/>
            </p:nvSpPr>
            <p:spPr>
              <a:xfrm>
                <a:off x="3008095" y="2690858"/>
                <a:ext cx="1817869" cy="572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!!eq3">
                <a:extLst>
                  <a:ext uri="{FF2B5EF4-FFF2-40B4-BE49-F238E27FC236}">
                    <a16:creationId xmlns:a16="http://schemas.microsoft.com/office/drawing/2014/main" id="{CA96C94F-96C5-DFC4-403E-B77E1B064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095" y="2690858"/>
                <a:ext cx="1817869" cy="572849"/>
              </a:xfrm>
              <a:prstGeom prst="rect">
                <a:avLst/>
              </a:prstGeom>
              <a:blipFill>
                <a:blip r:embed="rId3"/>
                <a:stretch>
                  <a:fillRect l="-2069" t="-4348" r="-413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!!s1">
                <a:extLst>
                  <a:ext uri="{FF2B5EF4-FFF2-40B4-BE49-F238E27FC236}">
                    <a16:creationId xmlns:a16="http://schemas.microsoft.com/office/drawing/2014/main" id="{DF008CE3-3C44-9E34-522B-7D911568AAD1}"/>
                  </a:ext>
                </a:extLst>
              </p:cNvPr>
              <p:cNvSpPr txBox="1"/>
              <p:nvPr/>
            </p:nvSpPr>
            <p:spPr>
              <a:xfrm>
                <a:off x="5688105" y="2690858"/>
                <a:ext cx="49404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edges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between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neighbors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node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!!s1">
                <a:extLst>
                  <a:ext uri="{FF2B5EF4-FFF2-40B4-BE49-F238E27FC236}">
                    <a16:creationId xmlns:a16="http://schemas.microsoft.com/office/drawing/2014/main" id="{DF008CE3-3C44-9E34-522B-7D911568A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105" y="2690858"/>
                <a:ext cx="4940455" cy="276999"/>
              </a:xfrm>
              <a:prstGeom prst="rect">
                <a:avLst/>
              </a:prstGeom>
              <a:blipFill>
                <a:blip r:embed="rId4"/>
                <a:stretch>
                  <a:fillRect t="-4348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!!s2">
                <a:extLst>
                  <a:ext uri="{FF2B5EF4-FFF2-40B4-BE49-F238E27FC236}">
                    <a16:creationId xmlns:a16="http://schemas.microsoft.com/office/drawing/2014/main" id="{5E818EB0-4837-ACDD-4B18-01B4C57C119B}"/>
                  </a:ext>
                </a:extLst>
              </p:cNvPr>
              <p:cNvSpPr txBox="1"/>
              <p:nvPr/>
            </p:nvSpPr>
            <p:spPr>
              <a:xfrm>
                <a:off x="5708263" y="2973004"/>
                <a:ext cx="24689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neighbors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!!s2">
                <a:extLst>
                  <a:ext uri="{FF2B5EF4-FFF2-40B4-BE49-F238E27FC236}">
                    <a16:creationId xmlns:a16="http://schemas.microsoft.com/office/drawing/2014/main" id="{5E818EB0-4837-ACDD-4B18-01B4C57C1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263" y="2973004"/>
                <a:ext cx="2468946" cy="276999"/>
              </a:xfrm>
              <a:prstGeom prst="rect">
                <a:avLst/>
              </a:prstGeom>
              <a:blipFill>
                <a:blip r:embed="rId5"/>
                <a:stretch>
                  <a:fillRect l="-2051" t="-9091" r="-3077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57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365E7-BE81-98DC-0C0E-3162DB951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E5A1-1FE5-68B1-DF29-031A84E71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Clustering</a:t>
            </a:r>
          </a:p>
        </p:txBody>
      </p:sp>
      <p:sp>
        <p:nvSpPr>
          <p:cNvPr id="19" name="!!content3">
            <a:extLst>
              <a:ext uri="{FF2B5EF4-FFF2-40B4-BE49-F238E27FC236}">
                <a16:creationId xmlns:a16="http://schemas.microsoft.com/office/drawing/2014/main" id="{9D896B2F-FF96-C6D3-42DF-345FCBC79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Clustering coefficient: </a:t>
            </a:r>
            <a:r>
              <a:rPr lang="en-US" sz="2400" dirty="0"/>
              <a:t>measures how connected a node’s neighbors are to each other.</a:t>
            </a:r>
            <a:endParaRPr lang="en-US" sz="2400" b="1" dirty="0"/>
          </a:p>
        </p:txBody>
      </p:sp>
      <p:cxnSp>
        <p:nvCxnSpPr>
          <p:cNvPr id="20" name="!!d7">
            <a:extLst>
              <a:ext uri="{FF2B5EF4-FFF2-40B4-BE49-F238E27FC236}">
                <a16:creationId xmlns:a16="http://schemas.microsoft.com/office/drawing/2014/main" id="{2F059941-8152-76CF-B4AF-C41FA9C4D155}"/>
              </a:ext>
            </a:extLst>
          </p:cNvPr>
          <p:cNvCxnSpPr>
            <a:cxnSpLocks/>
          </p:cNvCxnSpPr>
          <p:nvPr/>
        </p:nvCxnSpPr>
        <p:spPr>
          <a:xfrm>
            <a:off x="6989460" y="4917893"/>
            <a:ext cx="1624936" cy="6331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d4">
            <a:extLst>
              <a:ext uri="{FF2B5EF4-FFF2-40B4-BE49-F238E27FC236}">
                <a16:creationId xmlns:a16="http://schemas.microsoft.com/office/drawing/2014/main" id="{8152634E-1395-D4E3-D8F1-9EA9C30CBDA9}"/>
              </a:ext>
            </a:extLst>
          </p:cNvPr>
          <p:cNvCxnSpPr>
            <a:cxnSpLocks/>
          </p:cNvCxnSpPr>
          <p:nvPr/>
        </p:nvCxnSpPr>
        <p:spPr>
          <a:xfrm>
            <a:off x="4708306" y="4961241"/>
            <a:ext cx="578867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!!d5">
            <a:extLst>
              <a:ext uri="{FF2B5EF4-FFF2-40B4-BE49-F238E27FC236}">
                <a16:creationId xmlns:a16="http://schemas.microsoft.com/office/drawing/2014/main" id="{8D1B586D-E1E9-6658-8026-FAC8934A375A}"/>
              </a:ext>
            </a:extLst>
          </p:cNvPr>
          <p:cNvCxnSpPr>
            <a:cxnSpLocks/>
          </p:cNvCxnSpPr>
          <p:nvPr/>
        </p:nvCxnSpPr>
        <p:spPr>
          <a:xfrm>
            <a:off x="5152699" y="6071737"/>
            <a:ext cx="130998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!!d1">
            <a:extLst>
              <a:ext uri="{FF2B5EF4-FFF2-40B4-BE49-F238E27FC236}">
                <a16:creationId xmlns:a16="http://schemas.microsoft.com/office/drawing/2014/main" id="{E6C6EF20-A519-9FB0-3C57-E31C25DB4B19}"/>
              </a:ext>
            </a:extLst>
          </p:cNvPr>
          <p:cNvCxnSpPr>
            <a:cxnSpLocks/>
          </p:cNvCxnSpPr>
          <p:nvPr/>
        </p:nvCxnSpPr>
        <p:spPr>
          <a:xfrm flipV="1">
            <a:off x="4716344" y="3979468"/>
            <a:ext cx="1112906" cy="9536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!!d9">
            <a:extLst>
              <a:ext uri="{FF2B5EF4-FFF2-40B4-BE49-F238E27FC236}">
                <a16:creationId xmlns:a16="http://schemas.microsoft.com/office/drawing/2014/main" id="{0C3C7C97-A0DE-20EA-9714-1F46426CBA40}"/>
              </a:ext>
            </a:extLst>
          </p:cNvPr>
          <p:cNvCxnSpPr>
            <a:cxnSpLocks/>
          </p:cNvCxnSpPr>
          <p:nvPr/>
        </p:nvCxnSpPr>
        <p:spPr>
          <a:xfrm flipV="1">
            <a:off x="7021896" y="4259771"/>
            <a:ext cx="1356131" cy="6384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!!d2">
            <a:extLst>
              <a:ext uri="{FF2B5EF4-FFF2-40B4-BE49-F238E27FC236}">
                <a16:creationId xmlns:a16="http://schemas.microsoft.com/office/drawing/2014/main" id="{E95275B6-A9F9-3683-1888-2CDC63E4D8AC}"/>
              </a:ext>
            </a:extLst>
          </p:cNvPr>
          <p:cNvCxnSpPr>
            <a:cxnSpLocks/>
          </p:cNvCxnSpPr>
          <p:nvPr/>
        </p:nvCxnSpPr>
        <p:spPr>
          <a:xfrm>
            <a:off x="4716345" y="4916627"/>
            <a:ext cx="221275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!!d8">
            <a:extLst>
              <a:ext uri="{FF2B5EF4-FFF2-40B4-BE49-F238E27FC236}">
                <a16:creationId xmlns:a16="http://schemas.microsoft.com/office/drawing/2014/main" id="{D6822C97-3FFE-B186-3CA9-31096FAA41B7}"/>
              </a:ext>
            </a:extLst>
          </p:cNvPr>
          <p:cNvCxnSpPr>
            <a:cxnSpLocks/>
          </p:cNvCxnSpPr>
          <p:nvPr/>
        </p:nvCxnSpPr>
        <p:spPr>
          <a:xfrm flipH="1" flipV="1">
            <a:off x="8368697" y="4206105"/>
            <a:ext cx="235698" cy="13449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!!d6">
            <a:extLst>
              <a:ext uri="{FF2B5EF4-FFF2-40B4-BE49-F238E27FC236}">
                <a16:creationId xmlns:a16="http://schemas.microsoft.com/office/drawing/2014/main" id="{92684521-E685-231B-2D65-375A24E14957}"/>
              </a:ext>
            </a:extLst>
          </p:cNvPr>
          <p:cNvCxnSpPr>
            <a:cxnSpLocks/>
          </p:cNvCxnSpPr>
          <p:nvPr/>
        </p:nvCxnSpPr>
        <p:spPr>
          <a:xfrm flipV="1">
            <a:off x="6476954" y="5163929"/>
            <a:ext cx="452145" cy="89868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!!d3">
            <a:extLst>
              <a:ext uri="{FF2B5EF4-FFF2-40B4-BE49-F238E27FC236}">
                <a16:creationId xmlns:a16="http://schemas.microsoft.com/office/drawing/2014/main" id="{55DD57E7-83EF-F208-DF39-05B63EAA0451}"/>
              </a:ext>
            </a:extLst>
          </p:cNvPr>
          <p:cNvCxnSpPr>
            <a:cxnSpLocks/>
          </p:cNvCxnSpPr>
          <p:nvPr/>
        </p:nvCxnSpPr>
        <p:spPr>
          <a:xfrm>
            <a:off x="5829250" y="3978181"/>
            <a:ext cx="1244030" cy="89946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!!u4">
            <a:extLst>
              <a:ext uri="{FF2B5EF4-FFF2-40B4-BE49-F238E27FC236}">
                <a16:creationId xmlns:a16="http://schemas.microsoft.com/office/drawing/2014/main" id="{5790ACDC-7369-9343-4914-7217C12CD14B}"/>
              </a:ext>
            </a:extLst>
          </p:cNvPr>
          <p:cNvSpPr/>
          <p:nvPr/>
        </p:nvSpPr>
        <p:spPr>
          <a:xfrm>
            <a:off x="6637849" y="4604150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!!u3">
            <a:extLst>
              <a:ext uri="{FF2B5EF4-FFF2-40B4-BE49-F238E27FC236}">
                <a16:creationId xmlns:a16="http://schemas.microsoft.com/office/drawing/2014/main" id="{0358F733-2875-B2E2-8ED9-8EB771346389}"/>
              </a:ext>
            </a:extLst>
          </p:cNvPr>
          <p:cNvSpPr/>
          <p:nvPr/>
        </p:nvSpPr>
        <p:spPr>
          <a:xfrm>
            <a:off x="4952661" y="5761360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1" name="!!u6">
            <a:extLst>
              <a:ext uri="{FF2B5EF4-FFF2-40B4-BE49-F238E27FC236}">
                <a16:creationId xmlns:a16="http://schemas.microsoft.com/office/drawing/2014/main" id="{C10F68A4-FEF1-FDB7-FC06-72A905445EEF}"/>
              </a:ext>
            </a:extLst>
          </p:cNvPr>
          <p:cNvSpPr/>
          <p:nvPr/>
        </p:nvSpPr>
        <p:spPr>
          <a:xfrm>
            <a:off x="6175703" y="5761359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2" name="!!u7">
            <a:extLst>
              <a:ext uri="{FF2B5EF4-FFF2-40B4-BE49-F238E27FC236}">
                <a16:creationId xmlns:a16="http://schemas.microsoft.com/office/drawing/2014/main" id="{46031313-96E9-DCEA-F775-67CD34815316}"/>
              </a:ext>
            </a:extLst>
          </p:cNvPr>
          <p:cNvSpPr/>
          <p:nvPr/>
        </p:nvSpPr>
        <p:spPr>
          <a:xfrm>
            <a:off x="8076776" y="3978181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3" name="!!u5">
            <a:extLst>
              <a:ext uri="{FF2B5EF4-FFF2-40B4-BE49-F238E27FC236}">
                <a16:creationId xmlns:a16="http://schemas.microsoft.com/office/drawing/2014/main" id="{EC9BEFC2-F98D-BB62-BD92-394FA177C607}"/>
              </a:ext>
            </a:extLst>
          </p:cNvPr>
          <p:cNvSpPr/>
          <p:nvPr/>
        </p:nvSpPr>
        <p:spPr>
          <a:xfrm>
            <a:off x="8303144" y="5216369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4" name="!!u1">
            <a:extLst>
              <a:ext uri="{FF2B5EF4-FFF2-40B4-BE49-F238E27FC236}">
                <a16:creationId xmlns:a16="http://schemas.microsoft.com/office/drawing/2014/main" id="{F2820CC3-52B9-9B1A-EE29-1FF1220DC056}"/>
              </a:ext>
            </a:extLst>
          </p:cNvPr>
          <p:cNvSpPr/>
          <p:nvPr/>
        </p:nvSpPr>
        <p:spPr>
          <a:xfrm>
            <a:off x="5493497" y="3619333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5" name="!!u2">
            <a:extLst>
              <a:ext uri="{FF2B5EF4-FFF2-40B4-BE49-F238E27FC236}">
                <a16:creationId xmlns:a16="http://schemas.microsoft.com/office/drawing/2014/main" id="{DE212B30-833E-531F-FCA6-42A75A58E9B2}"/>
              </a:ext>
            </a:extLst>
          </p:cNvPr>
          <p:cNvSpPr/>
          <p:nvPr/>
        </p:nvSpPr>
        <p:spPr>
          <a:xfrm>
            <a:off x="4415095" y="463188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!!eq3">
                <a:extLst>
                  <a:ext uri="{FF2B5EF4-FFF2-40B4-BE49-F238E27FC236}">
                    <a16:creationId xmlns:a16="http://schemas.microsoft.com/office/drawing/2014/main" id="{9F402E41-6A2C-75F3-A1E5-54EF1C2B377F}"/>
                  </a:ext>
                </a:extLst>
              </p:cNvPr>
              <p:cNvSpPr txBox="1"/>
              <p:nvPr/>
            </p:nvSpPr>
            <p:spPr>
              <a:xfrm>
                <a:off x="2235942" y="3662196"/>
                <a:ext cx="1718996" cy="558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!!eq3">
                <a:extLst>
                  <a:ext uri="{FF2B5EF4-FFF2-40B4-BE49-F238E27FC236}">
                    <a16:creationId xmlns:a16="http://schemas.microsoft.com/office/drawing/2014/main" id="{9F402E41-6A2C-75F3-A1E5-54EF1C2B3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942" y="3662196"/>
                <a:ext cx="1718996" cy="558614"/>
              </a:xfrm>
              <a:prstGeom prst="rect">
                <a:avLst/>
              </a:prstGeom>
              <a:blipFill>
                <a:blip r:embed="rId3"/>
                <a:stretch>
                  <a:fillRect l="-2941" t="-2222" r="-514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!!s1">
                <a:extLst>
                  <a:ext uri="{FF2B5EF4-FFF2-40B4-BE49-F238E27FC236}">
                    <a16:creationId xmlns:a16="http://schemas.microsoft.com/office/drawing/2014/main" id="{D1F5C8A3-FB37-7C71-3556-8AE48FF5E123}"/>
                  </a:ext>
                </a:extLst>
              </p:cNvPr>
              <p:cNvSpPr txBox="1"/>
              <p:nvPr/>
            </p:nvSpPr>
            <p:spPr>
              <a:xfrm>
                <a:off x="5688105" y="2690858"/>
                <a:ext cx="49404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edges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between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neighbors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node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!!s1">
                <a:extLst>
                  <a:ext uri="{FF2B5EF4-FFF2-40B4-BE49-F238E27FC236}">
                    <a16:creationId xmlns:a16="http://schemas.microsoft.com/office/drawing/2014/main" id="{D1F5C8A3-FB37-7C71-3556-8AE48FF5E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105" y="2690858"/>
                <a:ext cx="4940455" cy="276999"/>
              </a:xfrm>
              <a:prstGeom prst="rect">
                <a:avLst/>
              </a:prstGeom>
              <a:blipFill>
                <a:blip r:embed="rId4"/>
                <a:stretch>
                  <a:fillRect t="-4348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!!s2">
                <a:extLst>
                  <a:ext uri="{FF2B5EF4-FFF2-40B4-BE49-F238E27FC236}">
                    <a16:creationId xmlns:a16="http://schemas.microsoft.com/office/drawing/2014/main" id="{787A730C-96C2-9F31-6F60-FF5E05FEDAA9}"/>
                  </a:ext>
                </a:extLst>
              </p:cNvPr>
              <p:cNvSpPr txBox="1"/>
              <p:nvPr/>
            </p:nvSpPr>
            <p:spPr>
              <a:xfrm>
                <a:off x="5708263" y="2973004"/>
                <a:ext cx="27352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da-DK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neighbors</m:t>
                      </m:r>
                    </m:oMath>
                  </m:oMathPara>
                </a14:m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8" name="!!s2">
                <a:extLst>
                  <a:ext uri="{FF2B5EF4-FFF2-40B4-BE49-F238E27FC236}">
                    <a16:creationId xmlns:a16="http://schemas.microsoft.com/office/drawing/2014/main" id="{787A730C-96C2-9F31-6F60-FF5E05FED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263" y="2973004"/>
                <a:ext cx="2735236" cy="307777"/>
              </a:xfrm>
              <a:prstGeom prst="rect">
                <a:avLst/>
              </a:prstGeom>
              <a:blipFill>
                <a:blip r:embed="rId5"/>
                <a:stretch>
                  <a:fillRect l="-1852" t="-8000" r="-3241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62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44745-28A3-1CBD-30B4-1DFA1696A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51D5-D76C-A657-D5C2-58B1A150E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Clustering</a:t>
            </a:r>
          </a:p>
        </p:txBody>
      </p:sp>
      <p:sp>
        <p:nvSpPr>
          <p:cNvPr id="19" name="!!content3">
            <a:extLst>
              <a:ext uri="{FF2B5EF4-FFF2-40B4-BE49-F238E27FC236}">
                <a16:creationId xmlns:a16="http://schemas.microsoft.com/office/drawing/2014/main" id="{240843DB-E86D-7ED9-E69D-39794C40C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Clustering coefficient: </a:t>
            </a:r>
            <a:r>
              <a:rPr lang="en-US" sz="2400" dirty="0"/>
              <a:t>measures how connected a node’s neighbors are to each other.</a:t>
            </a:r>
            <a:endParaRPr lang="en-US" sz="2400" b="1" dirty="0"/>
          </a:p>
        </p:txBody>
      </p:sp>
      <p:cxnSp>
        <p:nvCxnSpPr>
          <p:cNvPr id="20" name="!!d7">
            <a:extLst>
              <a:ext uri="{FF2B5EF4-FFF2-40B4-BE49-F238E27FC236}">
                <a16:creationId xmlns:a16="http://schemas.microsoft.com/office/drawing/2014/main" id="{6E61E6C5-03CE-3734-1751-72FFEB3746C2}"/>
              </a:ext>
            </a:extLst>
          </p:cNvPr>
          <p:cNvCxnSpPr>
            <a:cxnSpLocks/>
          </p:cNvCxnSpPr>
          <p:nvPr/>
        </p:nvCxnSpPr>
        <p:spPr>
          <a:xfrm>
            <a:off x="6989460" y="4917893"/>
            <a:ext cx="1624936" cy="6331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d4">
            <a:extLst>
              <a:ext uri="{FF2B5EF4-FFF2-40B4-BE49-F238E27FC236}">
                <a16:creationId xmlns:a16="http://schemas.microsoft.com/office/drawing/2014/main" id="{5A1C82F5-26DB-4364-648C-11EE906FE553}"/>
              </a:ext>
            </a:extLst>
          </p:cNvPr>
          <p:cNvCxnSpPr>
            <a:cxnSpLocks/>
          </p:cNvCxnSpPr>
          <p:nvPr/>
        </p:nvCxnSpPr>
        <p:spPr>
          <a:xfrm>
            <a:off x="4708306" y="4961241"/>
            <a:ext cx="578867" cy="110136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!!d5">
            <a:extLst>
              <a:ext uri="{FF2B5EF4-FFF2-40B4-BE49-F238E27FC236}">
                <a16:creationId xmlns:a16="http://schemas.microsoft.com/office/drawing/2014/main" id="{0717CAB3-FD80-3A54-22B1-AF843F6B37A4}"/>
              </a:ext>
            </a:extLst>
          </p:cNvPr>
          <p:cNvCxnSpPr>
            <a:cxnSpLocks/>
          </p:cNvCxnSpPr>
          <p:nvPr/>
        </p:nvCxnSpPr>
        <p:spPr>
          <a:xfrm>
            <a:off x="5152699" y="6071737"/>
            <a:ext cx="1309989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!!d1">
            <a:extLst>
              <a:ext uri="{FF2B5EF4-FFF2-40B4-BE49-F238E27FC236}">
                <a16:creationId xmlns:a16="http://schemas.microsoft.com/office/drawing/2014/main" id="{CF152550-35BB-4E3C-65F4-95D0F79CC7FB}"/>
              </a:ext>
            </a:extLst>
          </p:cNvPr>
          <p:cNvCxnSpPr>
            <a:cxnSpLocks/>
          </p:cNvCxnSpPr>
          <p:nvPr/>
        </p:nvCxnSpPr>
        <p:spPr>
          <a:xfrm flipV="1">
            <a:off x="4716344" y="3979468"/>
            <a:ext cx="1112906" cy="95366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!!d9">
            <a:extLst>
              <a:ext uri="{FF2B5EF4-FFF2-40B4-BE49-F238E27FC236}">
                <a16:creationId xmlns:a16="http://schemas.microsoft.com/office/drawing/2014/main" id="{B83C354A-BDFE-AE92-7397-EF1C742C5872}"/>
              </a:ext>
            </a:extLst>
          </p:cNvPr>
          <p:cNvCxnSpPr>
            <a:cxnSpLocks/>
          </p:cNvCxnSpPr>
          <p:nvPr/>
        </p:nvCxnSpPr>
        <p:spPr>
          <a:xfrm flipV="1">
            <a:off x="7021896" y="4259771"/>
            <a:ext cx="1356131" cy="6384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!!d2">
            <a:extLst>
              <a:ext uri="{FF2B5EF4-FFF2-40B4-BE49-F238E27FC236}">
                <a16:creationId xmlns:a16="http://schemas.microsoft.com/office/drawing/2014/main" id="{C14AAF37-752D-5C9E-E5C2-5263032CFB41}"/>
              </a:ext>
            </a:extLst>
          </p:cNvPr>
          <p:cNvCxnSpPr>
            <a:cxnSpLocks/>
          </p:cNvCxnSpPr>
          <p:nvPr/>
        </p:nvCxnSpPr>
        <p:spPr>
          <a:xfrm>
            <a:off x="4716345" y="4916627"/>
            <a:ext cx="221275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!!d8">
            <a:extLst>
              <a:ext uri="{FF2B5EF4-FFF2-40B4-BE49-F238E27FC236}">
                <a16:creationId xmlns:a16="http://schemas.microsoft.com/office/drawing/2014/main" id="{4AA9B170-6FC9-703C-35D9-72E1F1777D07}"/>
              </a:ext>
            </a:extLst>
          </p:cNvPr>
          <p:cNvCxnSpPr>
            <a:cxnSpLocks/>
          </p:cNvCxnSpPr>
          <p:nvPr/>
        </p:nvCxnSpPr>
        <p:spPr>
          <a:xfrm flipH="1" flipV="1">
            <a:off x="8368697" y="4206105"/>
            <a:ext cx="235698" cy="1344927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!!d6">
            <a:extLst>
              <a:ext uri="{FF2B5EF4-FFF2-40B4-BE49-F238E27FC236}">
                <a16:creationId xmlns:a16="http://schemas.microsoft.com/office/drawing/2014/main" id="{2415297B-3F93-9080-665F-62F70225A78E}"/>
              </a:ext>
            </a:extLst>
          </p:cNvPr>
          <p:cNvCxnSpPr>
            <a:cxnSpLocks/>
          </p:cNvCxnSpPr>
          <p:nvPr/>
        </p:nvCxnSpPr>
        <p:spPr>
          <a:xfrm flipV="1">
            <a:off x="6476954" y="5163929"/>
            <a:ext cx="452145" cy="89868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!!d3">
            <a:extLst>
              <a:ext uri="{FF2B5EF4-FFF2-40B4-BE49-F238E27FC236}">
                <a16:creationId xmlns:a16="http://schemas.microsoft.com/office/drawing/2014/main" id="{1177A19F-E72B-D1C8-0726-11917A89103D}"/>
              </a:ext>
            </a:extLst>
          </p:cNvPr>
          <p:cNvCxnSpPr>
            <a:cxnSpLocks/>
          </p:cNvCxnSpPr>
          <p:nvPr/>
        </p:nvCxnSpPr>
        <p:spPr>
          <a:xfrm>
            <a:off x="5829250" y="3978181"/>
            <a:ext cx="1244030" cy="89946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!!u4">
            <a:extLst>
              <a:ext uri="{FF2B5EF4-FFF2-40B4-BE49-F238E27FC236}">
                <a16:creationId xmlns:a16="http://schemas.microsoft.com/office/drawing/2014/main" id="{8FD04751-200A-E27B-6C15-08DF630B2B55}"/>
              </a:ext>
            </a:extLst>
          </p:cNvPr>
          <p:cNvSpPr/>
          <p:nvPr/>
        </p:nvSpPr>
        <p:spPr>
          <a:xfrm>
            <a:off x="6637849" y="4604150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!!u3">
            <a:extLst>
              <a:ext uri="{FF2B5EF4-FFF2-40B4-BE49-F238E27FC236}">
                <a16:creationId xmlns:a16="http://schemas.microsoft.com/office/drawing/2014/main" id="{CF32290E-4EC9-194F-93AB-4C9F4F312806}"/>
              </a:ext>
            </a:extLst>
          </p:cNvPr>
          <p:cNvSpPr/>
          <p:nvPr/>
        </p:nvSpPr>
        <p:spPr>
          <a:xfrm>
            <a:off x="4952661" y="5761360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1" name="!!u6">
            <a:extLst>
              <a:ext uri="{FF2B5EF4-FFF2-40B4-BE49-F238E27FC236}">
                <a16:creationId xmlns:a16="http://schemas.microsoft.com/office/drawing/2014/main" id="{CB830517-452D-5775-10E3-6BA2BB9FCC3B}"/>
              </a:ext>
            </a:extLst>
          </p:cNvPr>
          <p:cNvSpPr/>
          <p:nvPr/>
        </p:nvSpPr>
        <p:spPr>
          <a:xfrm>
            <a:off x="6175703" y="5761359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2" name="!!u7">
            <a:extLst>
              <a:ext uri="{FF2B5EF4-FFF2-40B4-BE49-F238E27FC236}">
                <a16:creationId xmlns:a16="http://schemas.microsoft.com/office/drawing/2014/main" id="{A50FBAEB-A048-93C1-218D-4C6E73A6C942}"/>
              </a:ext>
            </a:extLst>
          </p:cNvPr>
          <p:cNvSpPr/>
          <p:nvPr/>
        </p:nvSpPr>
        <p:spPr>
          <a:xfrm>
            <a:off x="8076776" y="3978181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3" name="!!u5">
            <a:extLst>
              <a:ext uri="{FF2B5EF4-FFF2-40B4-BE49-F238E27FC236}">
                <a16:creationId xmlns:a16="http://schemas.microsoft.com/office/drawing/2014/main" id="{CC252357-249E-0D5F-3C51-00F550DAB161}"/>
              </a:ext>
            </a:extLst>
          </p:cNvPr>
          <p:cNvSpPr/>
          <p:nvPr/>
        </p:nvSpPr>
        <p:spPr>
          <a:xfrm>
            <a:off x="8303144" y="5216369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4" name="!!u1">
            <a:extLst>
              <a:ext uri="{FF2B5EF4-FFF2-40B4-BE49-F238E27FC236}">
                <a16:creationId xmlns:a16="http://schemas.microsoft.com/office/drawing/2014/main" id="{8E463080-28C0-4759-439F-8F4C2DE48C83}"/>
              </a:ext>
            </a:extLst>
          </p:cNvPr>
          <p:cNvSpPr/>
          <p:nvPr/>
        </p:nvSpPr>
        <p:spPr>
          <a:xfrm>
            <a:off x="5493497" y="3619333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5" name="!!u2">
            <a:extLst>
              <a:ext uri="{FF2B5EF4-FFF2-40B4-BE49-F238E27FC236}">
                <a16:creationId xmlns:a16="http://schemas.microsoft.com/office/drawing/2014/main" id="{F29F0218-CBE2-10C3-5DBA-EC49BF8A3FBB}"/>
              </a:ext>
            </a:extLst>
          </p:cNvPr>
          <p:cNvSpPr/>
          <p:nvPr/>
        </p:nvSpPr>
        <p:spPr>
          <a:xfrm>
            <a:off x="4415095" y="463188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!!eq3">
                <a:extLst>
                  <a:ext uri="{FF2B5EF4-FFF2-40B4-BE49-F238E27FC236}">
                    <a16:creationId xmlns:a16="http://schemas.microsoft.com/office/drawing/2014/main" id="{AC4810BC-0B57-CDB7-FCA6-17706616E3FB}"/>
                  </a:ext>
                </a:extLst>
              </p:cNvPr>
              <p:cNvSpPr txBox="1"/>
              <p:nvPr/>
            </p:nvSpPr>
            <p:spPr>
              <a:xfrm>
                <a:off x="1940305" y="3669298"/>
                <a:ext cx="2533322" cy="559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2⋅</m:t>
                          </m:r>
                          <m:r>
                            <a:rPr lang="da-DK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da-DK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≈0,27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!!eq3">
                <a:extLst>
                  <a:ext uri="{FF2B5EF4-FFF2-40B4-BE49-F238E27FC236}">
                    <a16:creationId xmlns:a16="http://schemas.microsoft.com/office/drawing/2014/main" id="{AC4810BC-0B57-CDB7-FCA6-17706616E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305" y="3669298"/>
                <a:ext cx="2533322" cy="559640"/>
              </a:xfrm>
              <a:prstGeom prst="rect">
                <a:avLst/>
              </a:prstGeom>
              <a:blipFill>
                <a:blip r:embed="rId3"/>
                <a:stretch>
                  <a:fillRect t="-2174"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!!s1">
                <a:extLst>
                  <a:ext uri="{FF2B5EF4-FFF2-40B4-BE49-F238E27FC236}">
                    <a16:creationId xmlns:a16="http://schemas.microsoft.com/office/drawing/2014/main" id="{9666A3DE-DD0D-7332-80E0-09317A5A1D79}"/>
                  </a:ext>
                </a:extLst>
              </p:cNvPr>
              <p:cNvSpPr txBox="1"/>
              <p:nvPr/>
            </p:nvSpPr>
            <p:spPr>
              <a:xfrm>
                <a:off x="5688105" y="2652758"/>
                <a:ext cx="54144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edges</m:t>
                      </m:r>
                      <m: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between</m:t>
                      </m:r>
                      <m: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neighbors</m:t>
                      </m:r>
                      <m: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node</m:t>
                      </m:r>
                      <m: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0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7" name="!!s1">
                <a:extLst>
                  <a:ext uri="{FF2B5EF4-FFF2-40B4-BE49-F238E27FC236}">
                    <a16:creationId xmlns:a16="http://schemas.microsoft.com/office/drawing/2014/main" id="{9666A3DE-DD0D-7332-80E0-09317A5A1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105" y="2652758"/>
                <a:ext cx="5414496" cy="307777"/>
              </a:xfrm>
              <a:prstGeom prst="rect">
                <a:avLst/>
              </a:prstGeom>
              <a:blipFill>
                <a:blip r:embed="rId4"/>
                <a:stretch>
                  <a:fillRect l="-234" t="-7692" r="-467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!!s2">
                <a:extLst>
                  <a:ext uri="{FF2B5EF4-FFF2-40B4-BE49-F238E27FC236}">
                    <a16:creationId xmlns:a16="http://schemas.microsoft.com/office/drawing/2014/main" id="{08A09861-F2D0-269A-4C0B-EAEDB4D94B10}"/>
                  </a:ext>
                </a:extLst>
              </p:cNvPr>
              <p:cNvSpPr txBox="1"/>
              <p:nvPr/>
            </p:nvSpPr>
            <p:spPr>
              <a:xfrm>
                <a:off x="5708263" y="2973004"/>
                <a:ext cx="24689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neighbors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8" name="!!s2">
                <a:extLst>
                  <a:ext uri="{FF2B5EF4-FFF2-40B4-BE49-F238E27FC236}">
                    <a16:creationId xmlns:a16="http://schemas.microsoft.com/office/drawing/2014/main" id="{08A09861-F2D0-269A-4C0B-EAEDB4D94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263" y="2973004"/>
                <a:ext cx="2468946" cy="276999"/>
              </a:xfrm>
              <a:prstGeom prst="rect">
                <a:avLst/>
              </a:prstGeom>
              <a:blipFill>
                <a:blip r:embed="rId5"/>
                <a:stretch>
                  <a:fillRect l="-2051" t="-9091" r="-3077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656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82894-1AD4-CDFE-660B-47C49C2C6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4040-54F6-DB8C-C4EC-B41909C1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Clustering</a:t>
            </a:r>
          </a:p>
        </p:txBody>
      </p:sp>
      <p:sp>
        <p:nvSpPr>
          <p:cNvPr id="19" name="!!content3">
            <a:extLst>
              <a:ext uri="{FF2B5EF4-FFF2-40B4-BE49-F238E27FC236}">
                <a16:creationId xmlns:a16="http://schemas.microsoft.com/office/drawing/2014/main" id="{BF9DCA09-1A98-4F93-7BB2-5CDEA8BDD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Clustering coefficient: </a:t>
            </a:r>
            <a:r>
              <a:rPr lang="en-US" sz="2400" dirty="0"/>
              <a:t>measures how connected a node’s neighbors are to each other.</a:t>
            </a:r>
            <a:endParaRPr lang="en-US" sz="2400" b="1" dirty="0"/>
          </a:p>
        </p:txBody>
      </p:sp>
      <p:cxnSp>
        <p:nvCxnSpPr>
          <p:cNvPr id="20" name="!!d7">
            <a:extLst>
              <a:ext uri="{FF2B5EF4-FFF2-40B4-BE49-F238E27FC236}">
                <a16:creationId xmlns:a16="http://schemas.microsoft.com/office/drawing/2014/main" id="{34F502FB-2550-7E59-A561-F722ADE9F15A}"/>
              </a:ext>
            </a:extLst>
          </p:cNvPr>
          <p:cNvCxnSpPr>
            <a:cxnSpLocks/>
          </p:cNvCxnSpPr>
          <p:nvPr/>
        </p:nvCxnSpPr>
        <p:spPr>
          <a:xfrm>
            <a:off x="4736913" y="4917892"/>
            <a:ext cx="1624936" cy="6331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d4">
            <a:extLst>
              <a:ext uri="{FF2B5EF4-FFF2-40B4-BE49-F238E27FC236}">
                <a16:creationId xmlns:a16="http://schemas.microsoft.com/office/drawing/2014/main" id="{44AA9378-C11E-5749-E939-F68530C145A9}"/>
              </a:ext>
            </a:extLst>
          </p:cNvPr>
          <p:cNvCxnSpPr>
            <a:cxnSpLocks/>
          </p:cNvCxnSpPr>
          <p:nvPr/>
        </p:nvCxnSpPr>
        <p:spPr>
          <a:xfrm>
            <a:off x="2455759" y="4961240"/>
            <a:ext cx="578867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!!d5">
            <a:extLst>
              <a:ext uri="{FF2B5EF4-FFF2-40B4-BE49-F238E27FC236}">
                <a16:creationId xmlns:a16="http://schemas.microsoft.com/office/drawing/2014/main" id="{AE15F4C8-9726-2B60-37DE-90CFAE12F02A}"/>
              </a:ext>
            </a:extLst>
          </p:cNvPr>
          <p:cNvCxnSpPr>
            <a:cxnSpLocks/>
          </p:cNvCxnSpPr>
          <p:nvPr/>
        </p:nvCxnSpPr>
        <p:spPr>
          <a:xfrm>
            <a:off x="2900152" y="6071736"/>
            <a:ext cx="130998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!!d1">
            <a:extLst>
              <a:ext uri="{FF2B5EF4-FFF2-40B4-BE49-F238E27FC236}">
                <a16:creationId xmlns:a16="http://schemas.microsoft.com/office/drawing/2014/main" id="{BEC08DEA-58A9-2652-2DD3-25737C836080}"/>
              </a:ext>
            </a:extLst>
          </p:cNvPr>
          <p:cNvCxnSpPr>
            <a:cxnSpLocks/>
          </p:cNvCxnSpPr>
          <p:nvPr/>
        </p:nvCxnSpPr>
        <p:spPr>
          <a:xfrm flipV="1">
            <a:off x="2463797" y="3979467"/>
            <a:ext cx="1112906" cy="9536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!!d9">
            <a:extLst>
              <a:ext uri="{FF2B5EF4-FFF2-40B4-BE49-F238E27FC236}">
                <a16:creationId xmlns:a16="http://schemas.microsoft.com/office/drawing/2014/main" id="{4C5B789D-9AA5-22F5-B334-AB892F32E04B}"/>
              </a:ext>
            </a:extLst>
          </p:cNvPr>
          <p:cNvCxnSpPr>
            <a:cxnSpLocks/>
          </p:cNvCxnSpPr>
          <p:nvPr/>
        </p:nvCxnSpPr>
        <p:spPr>
          <a:xfrm flipV="1">
            <a:off x="4769349" y="4259770"/>
            <a:ext cx="1356131" cy="63849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!!d2">
            <a:extLst>
              <a:ext uri="{FF2B5EF4-FFF2-40B4-BE49-F238E27FC236}">
                <a16:creationId xmlns:a16="http://schemas.microsoft.com/office/drawing/2014/main" id="{2AE2340B-24C0-B107-36DA-289B902E37B7}"/>
              </a:ext>
            </a:extLst>
          </p:cNvPr>
          <p:cNvCxnSpPr>
            <a:cxnSpLocks/>
          </p:cNvCxnSpPr>
          <p:nvPr/>
        </p:nvCxnSpPr>
        <p:spPr>
          <a:xfrm>
            <a:off x="2463798" y="4916626"/>
            <a:ext cx="221275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!!d8">
            <a:extLst>
              <a:ext uri="{FF2B5EF4-FFF2-40B4-BE49-F238E27FC236}">
                <a16:creationId xmlns:a16="http://schemas.microsoft.com/office/drawing/2014/main" id="{D2D6D3C0-A239-5DFB-06D4-6200904C88E5}"/>
              </a:ext>
            </a:extLst>
          </p:cNvPr>
          <p:cNvCxnSpPr>
            <a:cxnSpLocks/>
          </p:cNvCxnSpPr>
          <p:nvPr/>
        </p:nvCxnSpPr>
        <p:spPr>
          <a:xfrm flipH="1" flipV="1">
            <a:off x="6116150" y="4206104"/>
            <a:ext cx="235698" cy="13449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!!d6">
            <a:extLst>
              <a:ext uri="{FF2B5EF4-FFF2-40B4-BE49-F238E27FC236}">
                <a16:creationId xmlns:a16="http://schemas.microsoft.com/office/drawing/2014/main" id="{CEDC6EBA-7524-EEEA-35E7-B786FB96141B}"/>
              </a:ext>
            </a:extLst>
          </p:cNvPr>
          <p:cNvCxnSpPr>
            <a:cxnSpLocks/>
          </p:cNvCxnSpPr>
          <p:nvPr/>
        </p:nvCxnSpPr>
        <p:spPr>
          <a:xfrm flipV="1">
            <a:off x="4224407" y="5163928"/>
            <a:ext cx="452145" cy="89868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!!d3">
            <a:extLst>
              <a:ext uri="{FF2B5EF4-FFF2-40B4-BE49-F238E27FC236}">
                <a16:creationId xmlns:a16="http://schemas.microsoft.com/office/drawing/2014/main" id="{311BE386-4D4D-9D9B-8B65-949CD7F7D8BC}"/>
              </a:ext>
            </a:extLst>
          </p:cNvPr>
          <p:cNvCxnSpPr>
            <a:cxnSpLocks/>
          </p:cNvCxnSpPr>
          <p:nvPr/>
        </p:nvCxnSpPr>
        <p:spPr>
          <a:xfrm>
            <a:off x="3576703" y="3978180"/>
            <a:ext cx="1244030" cy="89946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!!u4">
            <a:extLst>
              <a:ext uri="{FF2B5EF4-FFF2-40B4-BE49-F238E27FC236}">
                <a16:creationId xmlns:a16="http://schemas.microsoft.com/office/drawing/2014/main" id="{4C6C010B-C366-392D-98E7-F1A3094F94E6}"/>
              </a:ext>
            </a:extLst>
          </p:cNvPr>
          <p:cNvSpPr/>
          <p:nvPr/>
        </p:nvSpPr>
        <p:spPr>
          <a:xfrm>
            <a:off x="4385302" y="4604149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!!u3">
            <a:extLst>
              <a:ext uri="{FF2B5EF4-FFF2-40B4-BE49-F238E27FC236}">
                <a16:creationId xmlns:a16="http://schemas.microsoft.com/office/drawing/2014/main" id="{CB270269-2A6E-1363-F8E3-2900F41466E4}"/>
              </a:ext>
            </a:extLst>
          </p:cNvPr>
          <p:cNvSpPr/>
          <p:nvPr/>
        </p:nvSpPr>
        <p:spPr>
          <a:xfrm>
            <a:off x="2700114" y="5761359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1" name="!!u6">
            <a:extLst>
              <a:ext uri="{FF2B5EF4-FFF2-40B4-BE49-F238E27FC236}">
                <a16:creationId xmlns:a16="http://schemas.microsoft.com/office/drawing/2014/main" id="{124C9015-8D35-A622-C733-B4F8174270E8}"/>
              </a:ext>
            </a:extLst>
          </p:cNvPr>
          <p:cNvSpPr/>
          <p:nvPr/>
        </p:nvSpPr>
        <p:spPr>
          <a:xfrm>
            <a:off x="3923156" y="5761358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2" name="!!u7">
            <a:extLst>
              <a:ext uri="{FF2B5EF4-FFF2-40B4-BE49-F238E27FC236}">
                <a16:creationId xmlns:a16="http://schemas.microsoft.com/office/drawing/2014/main" id="{7766A0D2-3562-46F3-5C05-640A7CB3E676}"/>
              </a:ext>
            </a:extLst>
          </p:cNvPr>
          <p:cNvSpPr/>
          <p:nvPr/>
        </p:nvSpPr>
        <p:spPr>
          <a:xfrm>
            <a:off x="5824229" y="3978180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3" name="!!u5">
            <a:extLst>
              <a:ext uri="{FF2B5EF4-FFF2-40B4-BE49-F238E27FC236}">
                <a16:creationId xmlns:a16="http://schemas.microsoft.com/office/drawing/2014/main" id="{F5783928-E69A-3E07-296B-09334A0CD2C3}"/>
              </a:ext>
            </a:extLst>
          </p:cNvPr>
          <p:cNvSpPr/>
          <p:nvPr/>
        </p:nvSpPr>
        <p:spPr>
          <a:xfrm>
            <a:off x="6050597" y="5216368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4" name="!!u1">
            <a:extLst>
              <a:ext uri="{FF2B5EF4-FFF2-40B4-BE49-F238E27FC236}">
                <a16:creationId xmlns:a16="http://schemas.microsoft.com/office/drawing/2014/main" id="{A6AC3617-3A54-A997-978D-97A6BEB3BA81}"/>
              </a:ext>
            </a:extLst>
          </p:cNvPr>
          <p:cNvSpPr/>
          <p:nvPr/>
        </p:nvSpPr>
        <p:spPr>
          <a:xfrm>
            <a:off x="3240950" y="361933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5" name="!!u2">
            <a:extLst>
              <a:ext uri="{FF2B5EF4-FFF2-40B4-BE49-F238E27FC236}">
                <a16:creationId xmlns:a16="http://schemas.microsoft.com/office/drawing/2014/main" id="{3A33FA6A-BC62-D00A-6AE0-F222C236D1C4}"/>
              </a:ext>
            </a:extLst>
          </p:cNvPr>
          <p:cNvSpPr/>
          <p:nvPr/>
        </p:nvSpPr>
        <p:spPr>
          <a:xfrm>
            <a:off x="2162548" y="463188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!!eq3">
                <a:extLst>
                  <a:ext uri="{FF2B5EF4-FFF2-40B4-BE49-F238E27FC236}">
                    <a16:creationId xmlns:a16="http://schemas.microsoft.com/office/drawing/2014/main" id="{014D4FF3-B925-BF28-6A23-7020868A595C}"/>
                  </a:ext>
                </a:extLst>
              </p:cNvPr>
              <p:cNvSpPr txBox="1"/>
              <p:nvPr/>
            </p:nvSpPr>
            <p:spPr>
              <a:xfrm>
                <a:off x="7406477" y="4206104"/>
                <a:ext cx="2321726" cy="559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2⋅1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2−1</m:t>
                              </m:r>
                            </m:e>
                          </m:d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≈1,0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!!eq3">
                <a:extLst>
                  <a:ext uri="{FF2B5EF4-FFF2-40B4-BE49-F238E27FC236}">
                    <a16:creationId xmlns:a16="http://schemas.microsoft.com/office/drawing/2014/main" id="{014D4FF3-B925-BF28-6A23-7020868A5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477" y="4206104"/>
                <a:ext cx="2321726" cy="559640"/>
              </a:xfrm>
              <a:prstGeom prst="rect">
                <a:avLst/>
              </a:prstGeom>
              <a:blipFill>
                <a:blip r:embed="rId3"/>
                <a:stretch>
                  <a:fillRect l="-2174" t="-4444" r="-163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!!s1">
                <a:extLst>
                  <a:ext uri="{FF2B5EF4-FFF2-40B4-BE49-F238E27FC236}">
                    <a16:creationId xmlns:a16="http://schemas.microsoft.com/office/drawing/2014/main" id="{1B3AE376-F9A2-8FF9-3D1B-F6290A52FFDF}"/>
                  </a:ext>
                </a:extLst>
              </p:cNvPr>
              <p:cNvSpPr txBox="1"/>
              <p:nvPr/>
            </p:nvSpPr>
            <p:spPr>
              <a:xfrm>
                <a:off x="5688105" y="2690858"/>
                <a:ext cx="49404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edges</m:t>
                      </m:r>
                      <m: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between</m:t>
                      </m:r>
                      <m: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neighbors</m:t>
                      </m:r>
                      <m: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node</m:t>
                      </m:r>
                      <m: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!!s1">
                <a:extLst>
                  <a:ext uri="{FF2B5EF4-FFF2-40B4-BE49-F238E27FC236}">
                    <a16:creationId xmlns:a16="http://schemas.microsoft.com/office/drawing/2014/main" id="{1B3AE376-F9A2-8FF9-3D1B-F6290A52F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105" y="2690858"/>
                <a:ext cx="4940455" cy="276999"/>
              </a:xfrm>
              <a:prstGeom prst="rect">
                <a:avLst/>
              </a:prstGeom>
              <a:blipFill>
                <a:blip r:embed="rId4"/>
                <a:stretch>
                  <a:fillRect t="-4348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s2">
                <a:extLst>
                  <a:ext uri="{FF2B5EF4-FFF2-40B4-BE49-F238E27FC236}">
                    <a16:creationId xmlns:a16="http://schemas.microsoft.com/office/drawing/2014/main" id="{223D3162-87AF-CD17-E287-7C595F18C4DD}"/>
                  </a:ext>
                </a:extLst>
              </p:cNvPr>
              <p:cNvSpPr txBox="1"/>
              <p:nvPr/>
            </p:nvSpPr>
            <p:spPr>
              <a:xfrm>
                <a:off x="5708263" y="2973004"/>
                <a:ext cx="24689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neighbors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" name="!!s2">
                <a:extLst>
                  <a:ext uri="{FF2B5EF4-FFF2-40B4-BE49-F238E27FC236}">
                    <a16:creationId xmlns:a16="http://schemas.microsoft.com/office/drawing/2014/main" id="{223D3162-87AF-CD17-E287-7C595F18C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263" y="2973004"/>
                <a:ext cx="2468946" cy="276999"/>
              </a:xfrm>
              <a:prstGeom prst="rect">
                <a:avLst/>
              </a:prstGeom>
              <a:blipFill>
                <a:blip r:embed="rId5"/>
                <a:stretch>
                  <a:fillRect l="-2051" t="-9091" r="-3077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96011D9-B1B5-6806-4058-F1B294ED2F31}"/>
              </a:ext>
            </a:extLst>
          </p:cNvPr>
          <p:cNvSpPr txBox="1"/>
          <p:nvPr/>
        </p:nvSpPr>
        <p:spPr>
          <a:xfrm>
            <a:off x="7181033" y="5050259"/>
            <a:ext cx="3791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 </a:t>
            </a:r>
            <a:r>
              <a:rPr lang="en-US" b="1" i="1" dirty="0"/>
              <a:t>high clustering coefficient</a:t>
            </a:r>
            <a:r>
              <a:rPr lang="en-US" i="1" dirty="0"/>
              <a:t> indicates that a node is </a:t>
            </a:r>
            <a:r>
              <a:rPr lang="en-US" b="1" i="1" dirty="0"/>
              <a:t>tightly grouped</a:t>
            </a:r>
            <a:r>
              <a:rPr lang="en-US" i="1" dirty="0"/>
              <a:t> with neighbors.</a:t>
            </a:r>
          </a:p>
        </p:txBody>
      </p:sp>
    </p:spTree>
    <p:extLst>
      <p:ext uri="{BB962C8B-B14F-4D97-AF65-F5344CB8AC3E}">
        <p14:creationId xmlns:p14="http://schemas.microsoft.com/office/powerpoint/2010/main" val="2758199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CBF17-E6B0-2C22-6A93-33B58B0B9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35F50-125D-83ED-7CDF-16FFAF03E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Clustering</a:t>
            </a:r>
          </a:p>
        </p:txBody>
      </p:sp>
      <p:sp>
        <p:nvSpPr>
          <p:cNvPr id="3" name="!!content4">
            <a:extLst>
              <a:ext uri="{FF2B5EF4-FFF2-40B4-BE49-F238E27FC236}">
                <a16:creationId xmlns:a16="http://schemas.microsoft.com/office/drawing/2014/main" id="{C6B0B39F-D9B2-A102-E84A-5188EB6F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Modularity: </a:t>
            </a:r>
            <a:r>
              <a:rPr lang="en-US" sz="2400" dirty="0"/>
              <a:t>measures how well a network divides into communities (modules). </a:t>
            </a:r>
            <a:endParaRPr lang="en-US" sz="2400" b="1" dirty="0"/>
          </a:p>
        </p:txBody>
      </p:sp>
      <p:cxnSp>
        <p:nvCxnSpPr>
          <p:cNvPr id="4" name="!!d7">
            <a:extLst>
              <a:ext uri="{FF2B5EF4-FFF2-40B4-BE49-F238E27FC236}">
                <a16:creationId xmlns:a16="http://schemas.microsoft.com/office/drawing/2014/main" id="{F34B1C7E-D043-6E16-DD1A-67E1F4A54E22}"/>
              </a:ext>
            </a:extLst>
          </p:cNvPr>
          <p:cNvCxnSpPr>
            <a:cxnSpLocks/>
          </p:cNvCxnSpPr>
          <p:nvPr/>
        </p:nvCxnSpPr>
        <p:spPr>
          <a:xfrm>
            <a:off x="5936434" y="4848125"/>
            <a:ext cx="1624936" cy="6331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4">
            <a:extLst>
              <a:ext uri="{FF2B5EF4-FFF2-40B4-BE49-F238E27FC236}">
                <a16:creationId xmlns:a16="http://schemas.microsoft.com/office/drawing/2014/main" id="{096297F4-33B5-B9AA-F964-771574B22F7C}"/>
              </a:ext>
            </a:extLst>
          </p:cNvPr>
          <p:cNvCxnSpPr>
            <a:cxnSpLocks/>
          </p:cNvCxnSpPr>
          <p:nvPr/>
        </p:nvCxnSpPr>
        <p:spPr>
          <a:xfrm>
            <a:off x="3655280" y="4891473"/>
            <a:ext cx="578867" cy="110136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5">
            <a:extLst>
              <a:ext uri="{FF2B5EF4-FFF2-40B4-BE49-F238E27FC236}">
                <a16:creationId xmlns:a16="http://schemas.microsoft.com/office/drawing/2014/main" id="{B855FEB5-357C-4812-3C81-0D2DCA8B1228}"/>
              </a:ext>
            </a:extLst>
          </p:cNvPr>
          <p:cNvCxnSpPr>
            <a:cxnSpLocks/>
          </p:cNvCxnSpPr>
          <p:nvPr/>
        </p:nvCxnSpPr>
        <p:spPr>
          <a:xfrm>
            <a:off x="4099673" y="6001969"/>
            <a:ext cx="130998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1">
            <a:extLst>
              <a:ext uri="{FF2B5EF4-FFF2-40B4-BE49-F238E27FC236}">
                <a16:creationId xmlns:a16="http://schemas.microsoft.com/office/drawing/2014/main" id="{C9D0AB5C-CB12-74F1-96CB-B2410D8A6933}"/>
              </a:ext>
            </a:extLst>
          </p:cNvPr>
          <p:cNvCxnSpPr>
            <a:cxnSpLocks/>
          </p:cNvCxnSpPr>
          <p:nvPr/>
        </p:nvCxnSpPr>
        <p:spPr>
          <a:xfrm flipV="1">
            <a:off x="3663318" y="3909700"/>
            <a:ext cx="1112906" cy="9536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9">
            <a:extLst>
              <a:ext uri="{FF2B5EF4-FFF2-40B4-BE49-F238E27FC236}">
                <a16:creationId xmlns:a16="http://schemas.microsoft.com/office/drawing/2014/main" id="{D584BF13-893E-D1A4-8A28-17223563F123}"/>
              </a:ext>
            </a:extLst>
          </p:cNvPr>
          <p:cNvCxnSpPr>
            <a:cxnSpLocks/>
          </p:cNvCxnSpPr>
          <p:nvPr/>
        </p:nvCxnSpPr>
        <p:spPr>
          <a:xfrm flipV="1">
            <a:off x="5968870" y="4190003"/>
            <a:ext cx="1356131" cy="6384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!!d2">
            <a:extLst>
              <a:ext uri="{FF2B5EF4-FFF2-40B4-BE49-F238E27FC236}">
                <a16:creationId xmlns:a16="http://schemas.microsoft.com/office/drawing/2014/main" id="{4D27188D-8116-4592-AA6F-0404D7D0E99A}"/>
              </a:ext>
            </a:extLst>
          </p:cNvPr>
          <p:cNvCxnSpPr>
            <a:cxnSpLocks/>
          </p:cNvCxnSpPr>
          <p:nvPr/>
        </p:nvCxnSpPr>
        <p:spPr>
          <a:xfrm>
            <a:off x="3663319" y="4846859"/>
            <a:ext cx="221275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8">
            <a:extLst>
              <a:ext uri="{FF2B5EF4-FFF2-40B4-BE49-F238E27FC236}">
                <a16:creationId xmlns:a16="http://schemas.microsoft.com/office/drawing/2014/main" id="{734AEB2B-A411-8619-C4E3-0958D301E946}"/>
              </a:ext>
            </a:extLst>
          </p:cNvPr>
          <p:cNvCxnSpPr>
            <a:cxnSpLocks/>
          </p:cNvCxnSpPr>
          <p:nvPr/>
        </p:nvCxnSpPr>
        <p:spPr>
          <a:xfrm flipH="1" flipV="1">
            <a:off x="7315671" y="4136337"/>
            <a:ext cx="235698" cy="13449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d6">
            <a:extLst>
              <a:ext uri="{FF2B5EF4-FFF2-40B4-BE49-F238E27FC236}">
                <a16:creationId xmlns:a16="http://schemas.microsoft.com/office/drawing/2014/main" id="{9CBD7EC0-2C8F-AD45-2994-B75D0E03D1B1}"/>
              </a:ext>
            </a:extLst>
          </p:cNvPr>
          <p:cNvCxnSpPr>
            <a:cxnSpLocks/>
          </p:cNvCxnSpPr>
          <p:nvPr/>
        </p:nvCxnSpPr>
        <p:spPr>
          <a:xfrm flipV="1">
            <a:off x="5423928" y="5094161"/>
            <a:ext cx="452145" cy="89868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!!d3">
            <a:extLst>
              <a:ext uri="{FF2B5EF4-FFF2-40B4-BE49-F238E27FC236}">
                <a16:creationId xmlns:a16="http://schemas.microsoft.com/office/drawing/2014/main" id="{D1D52ACA-9C30-5165-E946-6779C41E607F}"/>
              </a:ext>
            </a:extLst>
          </p:cNvPr>
          <p:cNvCxnSpPr>
            <a:cxnSpLocks/>
          </p:cNvCxnSpPr>
          <p:nvPr/>
        </p:nvCxnSpPr>
        <p:spPr>
          <a:xfrm>
            <a:off x="4776224" y="3908413"/>
            <a:ext cx="1244030" cy="89946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u4">
            <a:extLst>
              <a:ext uri="{FF2B5EF4-FFF2-40B4-BE49-F238E27FC236}">
                <a16:creationId xmlns:a16="http://schemas.microsoft.com/office/drawing/2014/main" id="{7D602E43-6BD2-B77B-AA41-03CF942FE46E}"/>
              </a:ext>
            </a:extLst>
          </p:cNvPr>
          <p:cNvSpPr/>
          <p:nvPr/>
        </p:nvSpPr>
        <p:spPr>
          <a:xfrm>
            <a:off x="5584823" y="453438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u3">
            <a:extLst>
              <a:ext uri="{FF2B5EF4-FFF2-40B4-BE49-F238E27FC236}">
                <a16:creationId xmlns:a16="http://schemas.microsoft.com/office/drawing/2014/main" id="{8CD43043-1A33-00D5-B4DB-87F84A5B4FC3}"/>
              </a:ext>
            </a:extLst>
          </p:cNvPr>
          <p:cNvSpPr/>
          <p:nvPr/>
        </p:nvSpPr>
        <p:spPr>
          <a:xfrm>
            <a:off x="3899635" y="569159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!!u6">
            <a:extLst>
              <a:ext uri="{FF2B5EF4-FFF2-40B4-BE49-F238E27FC236}">
                <a16:creationId xmlns:a16="http://schemas.microsoft.com/office/drawing/2014/main" id="{EC884CA2-2D53-D2CC-08BD-FFE03368AB98}"/>
              </a:ext>
            </a:extLst>
          </p:cNvPr>
          <p:cNvSpPr/>
          <p:nvPr/>
        </p:nvSpPr>
        <p:spPr>
          <a:xfrm>
            <a:off x="5122677" y="569159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u7">
            <a:extLst>
              <a:ext uri="{FF2B5EF4-FFF2-40B4-BE49-F238E27FC236}">
                <a16:creationId xmlns:a16="http://schemas.microsoft.com/office/drawing/2014/main" id="{47F094FD-CD14-5388-590B-2E2212CD3B44}"/>
              </a:ext>
            </a:extLst>
          </p:cNvPr>
          <p:cNvSpPr/>
          <p:nvPr/>
        </p:nvSpPr>
        <p:spPr>
          <a:xfrm>
            <a:off x="7023750" y="3908413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!!u5">
            <a:extLst>
              <a:ext uri="{FF2B5EF4-FFF2-40B4-BE49-F238E27FC236}">
                <a16:creationId xmlns:a16="http://schemas.microsoft.com/office/drawing/2014/main" id="{858CF309-12E8-6FE7-0324-F3CEF43C8B65}"/>
              </a:ext>
            </a:extLst>
          </p:cNvPr>
          <p:cNvSpPr/>
          <p:nvPr/>
        </p:nvSpPr>
        <p:spPr>
          <a:xfrm>
            <a:off x="7250118" y="5146601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u1">
            <a:extLst>
              <a:ext uri="{FF2B5EF4-FFF2-40B4-BE49-F238E27FC236}">
                <a16:creationId xmlns:a16="http://schemas.microsoft.com/office/drawing/2014/main" id="{672AD8AC-D3D4-3D72-269C-39E09FC907A7}"/>
              </a:ext>
            </a:extLst>
          </p:cNvPr>
          <p:cNvSpPr/>
          <p:nvPr/>
        </p:nvSpPr>
        <p:spPr>
          <a:xfrm>
            <a:off x="4440471" y="3549565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!!u2">
            <a:extLst>
              <a:ext uri="{FF2B5EF4-FFF2-40B4-BE49-F238E27FC236}">
                <a16:creationId xmlns:a16="http://schemas.microsoft.com/office/drawing/2014/main" id="{90CDB567-7E78-F174-556B-754699341883}"/>
              </a:ext>
            </a:extLst>
          </p:cNvPr>
          <p:cNvSpPr/>
          <p:nvPr/>
        </p:nvSpPr>
        <p:spPr>
          <a:xfrm>
            <a:off x="3362069" y="4562114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!!eq4">
                <a:extLst>
                  <a:ext uri="{FF2B5EF4-FFF2-40B4-BE49-F238E27FC236}">
                    <a16:creationId xmlns:a16="http://schemas.microsoft.com/office/drawing/2014/main" id="{B9F1CD96-CD0D-F0A5-88EA-CCB4867B8BBF}"/>
                  </a:ext>
                </a:extLst>
              </p:cNvPr>
              <p:cNvSpPr txBox="1"/>
              <p:nvPr/>
            </p:nvSpPr>
            <p:spPr>
              <a:xfrm>
                <a:off x="2743227" y="2604148"/>
                <a:ext cx="3142847" cy="721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!!eq4">
                <a:extLst>
                  <a:ext uri="{FF2B5EF4-FFF2-40B4-BE49-F238E27FC236}">
                    <a16:creationId xmlns:a16="http://schemas.microsoft.com/office/drawing/2014/main" id="{B9F1CD96-CD0D-F0A5-88EA-CCB4867B8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27" y="2604148"/>
                <a:ext cx="3142847" cy="721480"/>
              </a:xfrm>
              <a:prstGeom prst="rect">
                <a:avLst/>
              </a:prstGeom>
              <a:blipFill>
                <a:blip r:embed="rId3"/>
                <a:stretch>
                  <a:fillRect l="-2419" t="-130508" r="-2823" b="-176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4">
                <a:extLst>
                  <a:ext uri="{FF2B5EF4-FFF2-40B4-BE49-F238E27FC236}">
                    <a16:creationId xmlns:a16="http://schemas.microsoft.com/office/drawing/2014/main" id="{0607F29C-1329-F51F-7D1E-C618DC148E8C}"/>
                  </a:ext>
                </a:extLst>
              </p:cNvPr>
              <p:cNvSpPr txBox="1"/>
              <p:nvPr/>
            </p:nvSpPr>
            <p:spPr>
              <a:xfrm>
                <a:off x="6305928" y="2666794"/>
                <a:ext cx="1454437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degrees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e4">
                <a:extLst>
                  <a:ext uri="{FF2B5EF4-FFF2-40B4-BE49-F238E27FC236}">
                    <a16:creationId xmlns:a16="http://schemas.microsoft.com/office/drawing/2014/main" id="{0607F29C-1329-F51F-7D1E-C618DC14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928" y="2666794"/>
                <a:ext cx="1454437" cy="299313"/>
              </a:xfrm>
              <a:prstGeom prst="rect">
                <a:avLst/>
              </a:prstGeom>
              <a:blipFill>
                <a:blip r:embed="rId4"/>
                <a:stretch>
                  <a:fillRect l="-3448" t="-4000" r="-5172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e3">
                <a:extLst>
                  <a:ext uri="{FF2B5EF4-FFF2-40B4-BE49-F238E27FC236}">
                    <a16:creationId xmlns:a16="http://schemas.microsoft.com/office/drawing/2014/main" id="{71C8A55C-02FA-AA8C-8B41-18509C78282F}"/>
                  </a:ext>
                </a:extLst>
              </p:cNvPr>
              <p:cNvSpPr txBox="1"/>
              <p:nvPr/>
            </p:nvSpPr>
            <p:spPr>
              <a:xfrm>
                <a:off x="6305928" y="2983865"/>
                <a:ext cx="2541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edges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e3">
                <a:extLst>
                  <a:ext uri="{FF2B5EF4-FFF2-40B4-BE49-F238E27FC236}">
                    <a16:creationId xmlns:a16="http://schemas.microsoft.com/office/drawing/2014/main" id="{71C8A55C-02FA-AA8C-8B41-18509C782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928" y="2983865"/>
                <a:ext cx="2541530" cy="276999"/>
              </a:xfrm>
              <a:prstGeom prst="rect">
                <a:avLst/>
              </a:prstGeom>
              <a:blipFill>
                <a:blip r:embed="rId5"/>
                <a:stretch>
                  <a:fillRect l="-995" t="-4348" r="-2985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2">
                <a:extLst>
                  <a:ext uri="{FF2B5EF4-FFF2-40B4-BE49-F238E27FC236}">
                    <a16:creationId xmlns:a16="http://schemas.microsoft.com/office/drawing/2014/main" id="{3BD339F2-1B6E-303E-93C0-D36F8498E2F7}"/>
                  </a:ext>
                </a:extLst>
              </p:cNvPr>
              <p:cNvSpPr txBox="1"/>
              <p:nvPr/>
            </p:nvSpPr>
            <p:spPr>
              <a:xfrm>
                <a:off x="6305928" y="2349723"/>
                <a:ext cx="2176172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adjacency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matrix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e2">
                <a:extLst>
                  <a:ext uri="{FF2B5EF4-FFF2-40B4-BE49-F238E27FC236}">
                    <a16:creationId xmlns:a16="http://schemas.microsoft.com/office/drawing/2014/main" id="{3BD339F2-1B6E-303E-93C0-D36F8498E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928" y="2349723"/>
                <a:ext cx="2176172" cy="299313"/>
              </a:xfrm>
              <a:prstGeom prst="rect">
                <a:avLst/>
              </a:prstGeom>
              <a:blipFill>
                <a:blip r:embed="rId6"/>
                <a:stretch>
                  <a:fillRect l="-2326" t="-4000" r="-2326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1">
                <a:extLst>
                  <a:ext uri="{FF2B5EF4-FFF2-40B4-BE49-F238E27FC236}">
                    <a16:creationId xmlns:a16="http://schemas.microsoft.com/office/drawing/2014/main" id="{89550337-66F1-5EF3-B142-811EA5BCBE2C}"/>
                  </a:ext>
                </a:extLst>
              </p:cNvPr>
              <p:cNvSpPr txBox="1"/>
              <p:nvPr/>
            </p:nvSpPr>
            <p:spPr>
              <a:xfrm>
                <a:off x="6305928" y="3278621"/>
                <a:ext cx="4550798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da-DK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: 1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nodes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same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community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</a:rPr>
                        <m:t>else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e1">
                <a:extLst>
                  <a:ext uri="{FF2B5EF4-FFF2-40B4-BE49-F238E27FC236}">
                    <a16:creationId xmlns:a16="http://schemas.microsoft.com/office/drawing/2014/main" id="{89550337-66F1-5EF3-B142-811EA5BCB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928" y="3278621"/>
                <a:ext cx="4550798" cy="299313"/>
              </a:xfrm>
              <a:prstGeom prst="rect">
                <a:avLst/>
              </a:prstGeom>
              <a:blipFill>
                <a:blip r:embed="rId7"/>
                <a:stretch>
                  <a:fillRect l="-836" t="-8333" r="-83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205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47FC8-081C-3DD1-53B6-6158E1E98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581B5-E889-DDB4-8327-B8AC4908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Clustering</a:t>
            </a:r>
          </a:p>
        </p:txBody>
      </p:sp>
      <p:sp>
        <p:nvSpPr>
          <p:cNvPr id="3" name="!!content4">
            <a:extLst>
              <a:ext uri="{FF2B5EF4-FFF2-40B4-BE49-F238E27FC236}">
                <a16:creationId xmlns:a16="http://schemas.microsoft.com/office/drawing/2014/main" id="{73C46EB3-45CA-4E43-6223-64AC64FCF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Modularity: </a:t>
            </a:r>
            <a:r>
              <a:rPr lang="en-US" sz="2400" dirty="0"/>
              <a:t>measures how well a network divides into communities (modules). </a:t>
            </a:r>
            <a:endParaRPr lang="en-US" sz="2400" b="1" dirty="0"/>
          </a:p>
        </p:txBody>
      </p:sp>
      <p:cxnSp>
        <p:nvCxnSpPr>
          <p:cNvPr id="4" name="!!d7">
            <a:extLst>
              <a:ext uri="{FF2B5EF4-FFF2-40B4-BE49-F238E27FC236}">
                <a16:creationId xmlns:a16="http://schemas.microsoft.com/office/drawing/2014/main" id="{79D44239-6D99-0AE5-42E3-2484B89B3796}"/>
              </a:ext>
            </a:extLst>
          </p:cNvPr>
          <p:cNvCxnSpPr>
            <a:cxnSpLocks/>
          </p:cNvCxnSpPr>
          <p:nvPr/>
        </p:nvCxnSpPr>
        <p:spPr>
          <a:xfrm>
            <a:off x="4879890" y="4474218"/>
            <a:ext cx="2204664" cy="58007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4">
            <a:extLst>
              <a:ext uri="{FF2B5EF4-FFF2-40B4-BE49-F238E27FC236}">
                <a16:creationId xmlns:a16="http://schemas.microsoft.com/office/drawing/2014/main" id="{6501E386-F51A-6835-AA48-E09A0A5C9E75}"/>
              </a:ext>
            </a:extLst>
          </p:cNvPr>
          <p:cNvCxnSpPr>
            <a:cxnSpLocks/>
          </p:cNvCxnSpPr>
          <p:nvPr/>
        </p:nvCxnSpPr>
        <p:spPr>
          <a:xfrm>
            <a:off x="2636322" y="4474218"/>
            <a:ext cx="578867" cy="110136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5">
            <a:extLst>
              <a:ext uri="{FF2B5EF4-FFF2-40B4-BE49-F238E27FC236}">
                <a16:creationId xmlns:a16="http://schemas.microsoft.com/office/drawing/2014/main" id="{04C37651-5906-CBB0-A023-80A0479A9A6B}"/>
              </a:ext>
            </a:extLst>
          </p:cNvPr>
          <p:cNvCxnSpPr>
            <a:cxnSpLocks/>
          </p:cNvCxnSpPr>
          <p:nvPr/>
        </p:nvCxnSpPr>
        <p:spPr>
          <a:xfrm>
            <a:off x="3080715" y="5584714"/>
            <a:ext cx="130998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1">
            <a:extLst>
              <a:ext uri="{FF2B5EF4-FFF2-40B4-BE49-F238E27FC236}">
                <a16:creationId xmlns:a16="http://schemas.microsoft.com/office/drawing/2014/main" id="{A0D1B9D1-3422-7632-AC40-0B1C20BDEDF0}"/>
              </a:ext>
            </a:extLst>
          </p:cNvPr>
          <p:cNvCxnSpPr>
            <a:cxnSpLocks/>
          </p:cNvCxnSpPr>
          <p:nvPr/>
        </p:nvCxnSpPr>
        <p:spPr>
          <a:xfrm flipV="1">
            <a:off x="2644360" y="3492445"/>
            <a:ext cx="1112906" cy="95366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9">
            <a:extLst>
              <a:ext uri="{FF2B5EF4-FFF2-40B4-BE49-F238E27FC236}">
                <a16:creationId xmlns:a16="http://schemas.microsoft.com/office/drawing/2014/main" id="{7AC6A781-F29D-3E65-0069-4945E241B32B}"/>
              </a:ext>
            </a:extLst>
          </p:cNvPr>
          <p:cNvCxnSpPr>
            <a:cxnSpLocks/>
          </p:cNvCxnSpPr>
          <p:nvPr/>
        </p:nvCxnSpPr>
        <p:spPr>
          <a:xfrm flipV="1">
            <a:off x="4879890" y="3763032"/>
            <a:ext cx="1968295" cy="6395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!!d2">
            <a:extLst>
              <a:ext uri="{FF2B5EF4-FFF2-40B4-BE49-F238E27FC236}">
                <a16:creationId xmlns:a16="http://schemas.microsoft.com/office/drawing/2014/main" id="{53A5F724-6B63-24DC-6CF1-918C6430EA6E}"/>
              </a:ext>
            </a:extLst>
          </p:cNvPr>
          <p:cNvCxnSpPr>
            <a:cxnSpLocks/>
          </p:cNvCxnSpPr>
          <p:nvPr/>
        </p:nvCxnSpPr>
        <p:spPr>
          <a:xfrm>
            <a:off x="2644361" y="4429604"/>
            <a:ext cx="22127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8">
            <a:extLst>
              <a:ext uri="{FF2B5EF4-FFF2-40B4-BE49-F238E27FC236}">
                <a16:creationId xmlns:a16="http://schemas.microsoft.com/office/drawing/2014/main" id="{650B2CF9-6518-2961-51B1-FCC1DD6CEBF3}"/>
              </a:ext>
            </a:extLst>
          </p:cNvPr>
          <p:cNvCxnSpPr>
            <a:cxnSpLocks/>
          </p:cNvCxnSpPr>
          <p:nvPr/>
        </p:nvCxnSpPr>
        <p:spPr>
          <a:xfrm flipH="1" flipV="1">
            <a:off x="6838855" y="3709366"/>
            <a:ext cx="235698" cy="134492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d6">
            <a:extLst>
              <a:ext uri="{FF2B5EF4-FFF2-40B4-BE49-F238E27FC236}">
                <a16:creationId xmlns:a16="http://schemas.microsoft.com/office/drawing/2014/main" id="{5C4B3DD9-5B23-2C7D-3286-5CB24D9912F0}"/>
              </a:ext>
            </a:extLst>
          </p:cNvPr>
          <p:cNvCxnSpPr>
            <a:cxnSpLocks/>
          </p:cNvCxnSpPr>
          <p:nvPr/>
        </p:nvCxnSpPr>
        <p:spPr>
          <a:xfrm flipV="1">
            <a:off x="4404970" y="4676906"/>
            <a:ext cx="452145" cy="89868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!!d3">
            <a:extLst>
              <a:ext uri="{FF2B5EF4-FFF2-40B4-BE49-F238E27FC236}">
                <a16:creationId xmlns:a16="http://schemas.microsoft.com/office/drawing/2014/main" id="{D93C1189-BBFA-B133-E0CC-9465CF4FD969}"/>
              </a:ext>
            </a:extLst>
          </p:cNvPr>
          <p:cNvCxnSpPr>
            <a:cxnSpLocks/>
          </p:cNvCxnSpPr>
          <p:nvPr/>
        </p:nvCxnSpPr>
        <p:spPr>
          <a:xfrm>
            <a:off x="3757266" y="3491158"/>
            <a:ext cx="1244030" cy="899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u4">
            <a:extLst>
              <a:ext uri="{FF2B5EF4-FFF2-40B4-BE49-F238E27FC236}">
                <a16:creationId xmlns:a16="http://schemas.microsoft.com/office/drawing/2014/main" id="{28FF12E3-ACBD-2FBC-2486-08D7DD9D5AF6}"/>
              </a:ext>
            </a:extLst>
          </p:cNvPr>
          <p:cNvSpPr/>
          <p:nvPr/>
        </p:nvSpPr>
        <p:spPr>
          <a:xfrm>
            <a:off x="4565865" y="4117127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u3">
            <a:extLst>
              <a:ext uri="{FF2B5EF4-FFF2-40B4-BE49-F238E27FC236}">
                <a16:creationId xmlns:a16="http://schemas.microsoft.com/office/drawing/2014/main" id="{E9EC4F92-7D17-D09B-4824-FE68E5D2893F}"/>
              </a:ext>
            </a:extLst>
          </p:cNvPr>
          <p:cNvSpPr/>
          <p:nvPr/>
        </p:nvSpPr>
        <p:spPr>
          <a:xfrm>
            <a:off x="2880677" y="5274337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!!u6">
            <a:extLst>
              <a:ext uri="{FF2B5EF4-FFF2-40B4-BE49-F238E27FC236}">
                <a16:creationId xmlns:a16="http://schemas.microsoft.com/office/drawing/2014/main" id="{71913AFF-ACE9-1F6F-FABA-DDAA37E816BF}"/>
              </a:ext>
            </a:extLst>
          </p:cNvPr>
          <p:cNvSpPr/>
          <p:nvPr/>
        </p:nvSpPr>
        <p:spPr>
          <a:xfrm>
            <a:off x="4103719" y="5274336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u7">
            <a:extLst>
              <a:ext uri="{FF2B5EF4-FFF2-40B4-BE49-F238E27FC236}">
                <a16:creationId xmlns:a16="http://schemas.microsoft.com/office/drawing/2014/main" id="{26574003-0079-8823-DECB-E0063BAB2C4A}"/>
              </a:ext>
            </a:extLst>
          </p:cNvPr>
          <p:cNvSpPr/>
          <p:nvPr/>
        </p:nvSpPr>
        <p:spPr>
          <a:xfrm>
            <a:off x="6546934" y="3481442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!!u5">
            <a:extLst>
              <a:ext uri="{FF2B5EF4-FFF2-40B4-BE49-F238E27FC236}">
                <a16:creationId xmlns:a16="http://schemas.microsoft.com/office/drawing/2014/main" id="{27E62490-D553-3EF1-EB7A-D6BD76315723}"/>
              </a:ext>
            </a:extLst>
          </p:cNvPr>
          <p:cNvSpPr/>
          <p:nvPr/>
        </p:nvSpPr>
        <p:spPr>
          <a:xfrm>
            <a:off x="6773302" y="4719630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u1">
            <a:extLst>
              <a:ext uri="{FF2B5EF4-FFF2-40B4-BE49-F238E27FC236}">
                <a16:creationId xmlns:a16="http://schemas.microsoft.com/office/drawing/2014/main" id="{3ADD9226-3EA8-7AA4-D168-2892FF5809E3}"/>
              </a:ext>
            </a:extLst>
          </p:cNvPr>
          <p:cNvSpPr/>
          <p:nvPr/>
        </p:nvSpPr>
        <p:spPr>
          <a:xfrm>
            <a:off x="3421513" y="3132310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!!u2">
            <a:extLst>
              <a:ext uri="{FF2B5EF4-FFF2-40B4-BE49-F238E27FC236}">
                <a16:creationId xmlns:a16="http://schemas.microsoft.com/office/drawing/2014/main" id="{F1DCED2A-D321-AD6E-0F3A-D0D4DA12A6F9}"/>
              </a:ext>
            </a:extLst>
          </p:cNvPr>
          <p:cNvSpPr/>
          <p:nvPr/>
        </p:nvSpPr>
        <p:spPr>
          <a:xfrm>
            <a:off x="2343111" y="4144859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!!eq4">
                <a:extLst>
                  <a:ext uri="{FF2B5EF4-FFF2-40B4-BE49-F238E27FC236}">
                    <a16:creationId xmlns:a16="http://schemas.microsoft.com/office/drawing/2014/main" id="{0D7DBD8B-CFFA-0DE6-1032-01C95C3701ED}"/>
                  </a:ext>
                </a:extLst>
              </p:cNvPr>
              <p:cNvSpPr txBox="1"/>
              <p:nvPr/>
            </p:nvSpPr>
            <p:spPr>
              <a:xfrm>
                <a:off x="8027512" y="4006359"/>
                <a:ext cx="9396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≈0.12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!!eq4">
                <a:extLst>
                  <a:ext uri="{FF2B5EF4-FFF2-40B4-BE49-F238E27FC236}">
                    <a16:creationId xmlns:a16="http://schemas.microsoft.com/office/drawing/2014/main" id="{0D7DBD8B-CFFA-0DE6-1032-01C95C370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512" y="4006359"/>
                <a:ext cx="939681" cy="276999"/>
              </a:xfrm>
              <a:prstGeom prst="rect">
                <a:avLst/>
              </a:prstGeom>
              <a:blipFill>
                <a:blip r:embed="rId3"/>
                <a:stretch>
                  <a:fillRect l="-8000" r="-4000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reeform 32">
            <a:extLst>
              <a:ext uri="{FF2B5EF4-FFF2-40B4-BE49-F238E27FC236}">
                <a16:creationId xmlns:a16="http://schemas.microsoft.com/office/drawing/2014/main" id="{072E792C-99C8-574E-83C4-BB0C6BEFD313}"/>
              </a:ext>
            </a:extLst>
          </p:cNvPr>
          <p:cNvSpPr/>
          <p:nvPr/>
        </p:nvSpPr>
        <p:spPr>
          <a:xfrm>
            <a:off x="2100581" y="2983390"/>
            <a:ext cx="3315992" cy="3177222"/>
          </a:xfrm>
          <a:custGeom>
            <a:avLst/>
            <a:gdLst>
              <a:gd name="csX0" fmla="*/ 12289 w 3418173"/>
              <a:gd name="csY0" fmla="*/ 1615500 h 3325287"/>
              <a:gd name="csX1" fmla="*/ 390661 w 3418173"/>
              <a:gd name="csY1" fmla="*/ 764162 h 3325287"/>
              <a:gd name="csX2" fmla="*/ 1609861 w 3418173"/>
              <a:gd name="csY2" fmla="*/ 7417 h 3325287"/>
              <a:gd name="csX3" fmla="*/ 2440179 w 3418173"/>
              <a:gd name="csY3" fmla="*/ 438341 h 3325287"/>
              <a:gd name="csX4" fmla="*/ 3407130 w 3418173"/>
              <a:gd name="csY4" fmla="*/ 1394783 h 3325287"/>
              <a:gd name="csX5" fmla="*/ 2839572 w 3418173"/>
              <a:gd name="csY5" fmla="*/ 3097459 h 3325287"/>
              <a:gd name="csX6" fmla="*/ 1042303 w 3418173"/>
              <a:gd name="csY6" fmla="*/ 3213072 h 3325287"/>
              <a:gd name="csX7" fmla="*/ 180454 w 3418173"/>
              <a:gd name="csY7" fmla="*/ 2214590 h 3325287"/>
              <a:gd name="csX8" fmla="*/ 12289 w 3418173"/>
              <a:gd name="csY8" fmla="*/ 1615500 h 3325287"/>
              <a:gd name="csX0" fmla="*/ 12289 w 3413456"/>
              <a:gd name="csY0" fmla="*/ 1616934 h 3326721"/>
              <a:gd name="csX1" fmla="*/ 390661 w 3413456"/>
              <a:gd name="csY1" fmla="*/ 765596 h 3326721"/>
              <a:gd name="csX2" fmla="*/ 1609861 w 3413456"/>
              <a:gd name="csY2" fmla="*/ 8851 h 3326721"/>
              <a:gd name="csX3" fmla="*/ 2555793 w 3413456"/>
              <a:gd name="csY3" fmla="*/ 418363 h 3326721"/>
              <a:gd name="csX4" fmla="*/ 3407130 w 3413456"/>
              <a:gd name="csY4" fmla="*/ 1396217 h 3326721"/>
              <a:gd name="csX5" fmla="*/ 2839572 w 3413456"/>
              <a:gd name="csY5" fmla="*/ 3098893 h 3326721"/>
              <a:gd name="csX6" fmla="*/ 1042303 w 3413456"/>
              <a:gd name="csY6" fmla="*/ 3214506 h 3326721"/>
              <a:gd name="csX7" fmla="*/ 180454 w 3413456"/>
              <a:gd name="csY7" fmla="*/ 2216024 h 3326721"/>
              <a:gd name="csX8" fmla="*/ 12289 w 3413456"/>
              <a:gd name="csY8" fmla="*/ 1616934 h 3326721"/>
              <a:gd name="csX0" fmla="*/ 21760 w 3422927"/>
              <a:gd name="csY0" fmla="*/ 1613992 h 3323779"/>
              <a:gd name="csX1" fmla="*/ 536766 w 3422927"/>
              <a:gd name="csY1" fmla="*/ 687711 h 3323779"/>
              <a:gd name="csX2" fmla="*/ 1619332 w 3422927"/>
              <a:gd name="csY2" fmla="*/ 5909 h 3323779"/>
              <a:gd name="csX3" fmla="*/ 2565264 w 3422927"/>
              <a:gd name="csY3" fmla="*/ 415421 h 3323779"/>
              <a:gd name="csX4" fmla="*/ 3416601 w 3422927"/>
              <a:gd name="csY4" fmla="*/ 1393275 h 3323779"/>
              <a:gd name="csX5" fmla="*/ 2849043 w 3422927"/>
              <a:gd name="csY5" fmla="*/ 3095951 h 3323779"/>
              <a:gd name="csX6" fmla="*/ 1051774 w 3422927"/>
              <a:gd name="csY6" fmla="*/ 3211564 h 3323779"/>
              <a:gd name="csX7" fmla="*/ 189925 w 3422927"/>
              <a:gd name="csY7" fmla="*/ 2213082 h 3323779"/>
              <a:gd name="csX8" fmla="*/ 21760 w 3422927"/>
              <a:gd name="csY8" fmla="*/ 1613992 h 3323779"/>
              <a:gd name="csX0" fmla="*/ 25530 w 3405677"/>
              <a:gd name="csY0" fmla="*/ 1421278 h 3323779"/>
              <a:gd name="csX1" fmla="*/ 519516 w 3405677"/>
              <a:gd name="csY1" fmla="*/ 687711 h 3323779"/>
              <a:gd name="csX2" fmla="*/ 1602082 w 3405677"/>
              <a:gd name="csY2" fmla="*/ 5909 h 3323779"/>
              <a:gd name="csX3" fmla="*/ 2548014 w 3405677"/>
              <a:gd name="csY3" fmla="*/ 415421 h 3323779"/>
              <a:gd name="csX4" fmla="*/ 3399351 w 3405677"/>
              <a:gd name="csY4" fmla="*/ 1393275 h 3323779"/>
              <a:gd name="csX5" fmla="*/ 2831793 w 3405677"/>
              <a:gd name="csY5" fmla="*/ 3095951 h 3323779"/>
              <a:gd name="csX6" fmla="*/ 1034524 w 3405677"/>
              <a:gd name="csY6" fmla="*/ 3211564 h 3323779"/>
              <a:gd name="csX7" fmla="*/ 172675 w 3405677"/>
              <a:gd name="csY7" fmla="*/ 2213082 h 3323779"/>
              <a:gd name="csX8" fmla="*/ 25530 w 3405677"/>
              <a:gd name="csY8" fmla="*/ 1421278 h 3323779"/>
              <a:gd name="csX0" fmla="*/ 29255 w 3409003"/>
              <a:gd name="csY0" fmla="*/ 1421278 h 3286825"/>
              <a:gd name="csX1" fmla="*/ 523241 w 3409003"/>
              <a:gd name="csY1" fmla="*/ 687711 h 3286825"/>
              <a:gd name="csX2" fmla="*/ 1605807 w 3409003"/>
              <a:gd name="csY2" fmla="*/ 5909 h 3286825"/>
              <a:gd name="csX3" fmla="*/ 2551739 w 3409003"/>
              <a:gd name="csY3" fmla="*/ 415421 h 3286825"/>
              <a:gd name="csX4" fmla="*/ 3403076 w 3409003"/>
              <a:gd name="csY4" fmla="*/ 1393275 h 3286825"/>
              <a:gd name="csX5" fmla="*/ 2835518 w 3409003"/>
              <a:gd name="csY5" fmla="*/ 3095951 h 3286825"/>
              <a:gd name="csX6" fmla="*/ 1153863 w 3409003"/>
              <a:gd name="csY6" fmla="*/ 3147326 h 3286825"/>
              <a:gd name="csX7" fmla="*/ 176400 w 3409003"/>
              <a:gd name="csY7" fmla="*/ 2213082 h 3286825"/>
              <a:gd name="csX8" fmla="*/ 29255 w 3409003"/>
              <a:gd name="csY8" fmla="*/ 1421278 h 3286825"/>
              <a:gd name="csX0" fmla="*/ 27490 w 3407414"/>
              <a:gd name="csY0" fmla="*/ 1421278 h 3298493"/>
              <a:gd name="csX1" fmla="*/ 521476 w 3407414"/>
              <a:gd name="csY1" fmla="*/ 687711 h 3298493"/>
              <a:gd name="csX2" fmla="*/ 1604042 w 3407414"/>
              <a:gd name="csY2" fmla="*/ 5909 h 3298493"/>
              <a:gd name="csX3" fmla="*/ 2549974 w 3407414"/>
              <a:gd name="csY3" fmla="*/ 415421 h 3298493"/>
              <a:gd name="csX4" fmla="*/ 3401311 w 3407414"/>
              <a:gd name="csY4" fmla="*/ 1393275 h 3298493"/>
              <a:gd name="csX5" fmla="*/ 2833753 w 3407414"/>
              <a:gd name="csY5" fmla="*/ 3095951 h 3298493"/>
              <a:gd name="csX6" fmla="*/ 1099546 w 3407414"/>
              <a:gd name="csY6" fmla="*/ 3168740 h 3298493"/>
              <a:gd name="csX7" fmla="*/ 174635 w 3407414"/>
              <a:gd name="csY7" fmla="*/ 2213082 h 3298493"/>
              <a:gd name="csX8" fmla="*/ 27490 w 3407414"/>
              <a:gd name="csY8" fmla="*/ 1421278 h 3298493"/>
              <a:gd name="csX0" fmla="*/ 27490 w 3407414"/>
              <a:gd name="csY0" fmla="*/ 1421278 h 3274049"/>
              <a:gd name="csX1" fmla="*/ 521476 w 3407414"/>
              <a:gd name="csY1" fmla="*/ 687711 h 3274049"/>
              <a:gd name="csX2" fmla="*/ 1604042 w 3407414"/>
              <a:gd name="csY2" fmla="*/ 5909 h 3274049"/>
              <a:gd name="csX3" fmla="*/ 2549974 w 3407414"/>
              <a:gd name="csY3" fmla="*/ 415421 h 3274049"/>
              <a:gd name="csX4" fmla="*/ 3401311 w 3407414"/>
              <a:gd name="csY4" fmla="*/ 1393275 h 3274049"/>
              <a:gd name="csX5" fmla="*/ 2833753 w 3407414"/>
              <a:gd name="csY5" fmla="*/ 3042419 h 3274049"/>
              <a:gd name="csX6" fmla="*/ 1099546 w 3407414"/>
              <a:gd name="csY6" fmla="*/ 3168740 h 3274049"/>
              <a:gd name="csX7" fmla="*/ 174635 w 3407414"/>
              <a:gd name="csY7" fmla="*/ 2213082 h 3274049"/>
              <a:gd name="csX8" fmla="*/ 27490 w 3407414"/>
              <a:gd name="csY8" fmla="*/ 1421278 h 3274049"/>
              <a:gd name="csX0" fmla="*/ 27490 w 3386790"/>
              <a:gd name="csY0" fmla="*/ 1420921 h 3279591"/>
              <a:gd name="csX1" fmla="*/ 521476 w 3386790"/>
              <a:gd name="csY1" fmla="*/ 687354 h 3279591"/>
              <a:gd name="csX2" fmla="*/ 1604042 w 3386790"/>
              <a:gd name="csY2" fmla="*/ 5552 h 3279591"/>
              <a:gd name="csX3" fmla="*/ 2549974 w 3386790"/>
              <a:gd name="csY3" fmla="*/ 415064 h 3279591"/>
              <a:gd name="csX4" fmla="*/ 3380291 w 3386790"/>
              <a:gd name="csY4" fmla="*/ 1285855 h 3279591"/>
              <a:gd name="csX5" fmla="*/ 2833753 w 3386790"/>
              <a:gd name="csY5" fmla="*/ 3042062 h 3279591"/>
              <a:gd name="csX6" fmla="*/ 1099546 w 3386790"/>
              <a:gd name="csY6" fmla="*/ 3168383 h 3279591"/>
              <a:gd name="csX7" fmla="*/ 174635 w 3386790"/>
              <a:gd name="csY7" fmla="*/ 2212725 h 3279591"/>
              <a:gd name="csX8" fmla="*/ 27490 w 3386790"/>
              <a:gd name="csY8" fmla="*/ 1420921 h 3279591"/>
              <a:gd name="csX0" fmla="*/ 27490 w 3388022"/>
              <a:gd name="csY0" fmla="*/ 1431151 h 3289821"/>
              <a:gd name="csX1" fmla="*/ 521476 w 3388022"/>
              <a:gd name="csY1" fmla="*/ 697584 h 3289821"/>
              <a:gd name="csX2" fmla="*/ 1604042 w 3388022"/>
              <a:gd name="csY2" fmla="*/ 15782 h 3289821"/>
              <a:gd name="csX3" fmla="*/ 2518443 w 3388022"/>
              <a:gd name="csY3" fmla="*/ 307525 h 3289821"/>
              <a:gd name="csX4" fmla="*/ 3380291 w 3388022"/>
              <a:gd name="csY4" fmla="*/ 1296085 h 3289821"/>
              <a:gd name="csX5" fmla="*/ 2833753 w 3388022"/>
              <a:gd name="csY5" fmla="*/ 3052292 h 3289821"/>
              <a:gd name="csX6" fmla="*/ 1099546 w 3388022"/>
              <a:gd name="csY6" fmla="*/ 3178613 h 3289821"/>
              <a:gd name="csX7" fmla="*/ 174635 w 3388022"/>
              <a:gd name="csY7" fmla="*/ 2222955 h 3289821"/>
              <a:gd name="csX8" fmla="*/ 27490 w 3388022"/>
              <a:gd name="csY8" fmla="*/ 1431151 h 3289821"/>
              <a:gd name="csX0" fmla="*/ 27490 w 3388022"/>
              <a:gd name="csY0" fmla="*/ 1381672 h 3240342"/>
              <a:gd name="csX1" fmla="*/ 521476 w 3388022"/>
              <a:gd name="csY1" fmla="*/ 648105 h 3240342"/>
              <a:gd name="csX2" fmla="*/ 1435877 w 3388022"/>
              <a:gd name="csY2" fmla="*/ 19835 h 3240342"/>
              <a:gd name="csX3" fmla="*/ 2518443 w 3388022"/>
              <a:gd name="csY3" fmla="*/ 258046 h 3240342"/>
              <a:gd name="csX4" fmla="*/ 3380291 w 3388022"/>
              <a:gd name="csY4" fmla="*/ 1246606 h 3240342"/>
              <a:gd name="csX5" fmla="*/ 2833753 w 3388022"/>
              <a:gd name="csY5" fmla="*/ 3002813 h 3240342"/>
              <a:gd name="csX6" fmla="*/ 1099546 w 3388022"/>
              <a:gd name="csY6" fmla="*/ 3129134 h 3240342"/>
              <a:gd name="csX7" fmla="*/ 174635 w 3388022"/>
              <a:gd name="csY7" fmla="*/ 2173476 h 3240342"/>
              <a:gd name="csX8" fmla="*/ 27490 w 3388022"/>
              <a:gd name="csY8" fmla="*/ 1381672 h 3240342"/>
              <a:gd name="csX0" fmla="*/ 25168 w 3385700"/>
              <a:gd name="csY0" fmla="*/ 1384474 h 3243144"/>
              <a:gd name="csX1" fmla="*/ 487623 w 3385700"/>
              <a:gd name="csY1" fmla="*/ 693732 h 3243144"/>
              <a:gd name="csX2" fmla="*/ 1433555 w 3385700"/>
              <a:gd name="csY2" fmla="*/ 22637 h 3243144"/>
              <a:gd name="csX3" fmla="*/ 2516121 w 3385700"/>
              <a:gd name="csY3" fmla="*/ 260848 h 3243144"/>
              <a:gd name="csX4" fmla="*/ 3377969 w 3385700"/>
              <a:gd name="csY4" fmla="*/ 1249408 h 3243144"/>
              <a:gd name="csX5" fmla="*/ 2831431 w 3385700"/>
              <a:gd name="csY5" fmla="*/ 3005615 h 3243144"/>
              <a:gd name="csX6" fmla="*/ 1097224 w 3385700"/>
              <a:gd name="csY6" fmla="*/ 3131936 h 3243144"/>
              <a:gd name="csX7" fmla="*/ 172313 w 3385700"/>
              <a:gd name="csY7" fmla="*/ 2176278 h 3243144"/>
              <a:gd name="csX8" fmla="*/ 25168 w 3385700"/>
              <a:gd name="csY8" fmla="*/ 1384474 h 3243144"/>
              <a:gd name="csX0" fmla="*/ 38398 w 3346378"/>
              <a:gd name="csY0" fmla="*/ 1405887 h 3243144"/>
              <a:gd name="csX1" fmla="*/ 448301 w 3346378"/>
              <a:gd name="csY1" fmla="*/ 693732 h 3243144"/>
              <a:gd name="csX2" fmla="*/ 1394233 w 3346378"/>
              <a:gd name="csY2" fmla="*/ 22637 h 3243144"/>
              <a:gd name="csX3" fmla="*/ 2476799 w 3346378"/>
              <a:gd name="csY3" fmla="*/ 260848 h 3243144"/>
              <a:gd name="csX4" fmla="*/ 3338647 w 3346378"/>
              <a:gd name="csY4" fmla="*/ 1249408 h 3243144"/>
              <a:gd name="csX5" fmla="*/ 2792109 w 3346378"/>
              <a:gd name="csY5" fmla="*/ 3005615 h 3243144"/>
              <a:gd name="csX6" fmla="*/ 1057902 w 3346378"/>
              <a:gd name="csY6" fmla="*/ 3131936 h 3243144"/>
              <a:gd name="csX7" fmla="*/ 132991 w 3346378"/>
              <a:gd name="csY7" fmla="*/ 2176278 h 3243144"/>
              <a:gd name="csX8" fmla="*/ 38398 w 3346378"/>
              <a:gd name="csY8" fmla="*/ 1405887 h 3243144"/>
              <a:gd name="csX0" fmla="*/ 10774 w 3318754"/>
              <a:gd name="csY0" fmla="*/ 1405887 h 3243144"/>
              <a:gd name="csX1" fmla="*/ 420677 w 3318754"/>
              <a:gd name="csY1" fmla="*/ 693732 h 3243144"/>
              <a:gd name="csX2" fmla="*/ 1366609 w 3318754"/>
              <a:gd name="csY2" fmla="*/ 22637 h 3243144"/>
              <a:gd name="csX3" fmla="*/ 2449175 w 3318754"/>
              <a:gd name="csY3" fmla="*/ 260848 h 3243144"/>
              <a:gd name="csX4" fmla="*/ 3311023 w 3318754"/>
              <a:gd name="csY4" fmla="*/ 1249408 h 3243144"/>
              <a:gd name="csX5" fmla="*/ 2764485 w 3318754"/>
              <a:gd name="csY5" fmla="*/ 3005615 h 3243144"/>
              <a:gd name="csX6" fmla="*/ 1030278 w 3318754"/>
              <a:gd name="csY6" fmla="*/ 3131936 h 3243144"/>
              <a:gd name="csX7" fmla="*/ 199960 w 3318754"/>
              <a:gd name="csY7" fmla="*/ 2390404 h 3243144"/>
              <a:gd name="csX8" fmla="*/ 10774 w 3318754"/>
              <a:gd name="csY8" fmla="*/ 1405887 h 3243144"/>
              <a:gd name="csX0" fmla="*/ 10774 w 3315992"/>
              <a:gd name="csY0" fmla="*/ 1399205 h 3236462"/>
              <a:gd name="csX1" fmla="*/ 420677 w 3315992"/>
              <a:gd name="csY1" fmla="*/ 687050 h 3236462"/>
              <a:gd name="csX2" fmla="*/ 1366609 w 3315992"/>
              <a:gd name="csY2" fmla="*/ 15955 h 3236462"/>
              <a:gd name="csX3" fmla="*/ 2522747 w 3315992"/>
              <a:gd name="csY3" fmla="*/ 296990 h 3236462"/>
              <a:gd name="csX4" fmla="*/ 3311023 w 3315992"/>
              <a:gd name="csY4" fmla="*/ 1242726 h 3236462"/>
              <a:gd name="csX5" fmla="*/ 2764485 w 3315992"/>
              <a:gd name="csY5" fmla="*/ 2998933 h 3236462"/>
              <a:gd name="csX6" fmla="*/ 1030278 w 3315992"/>
              <a:gd name="csY6" fmla="*/ 3125254 h 3236462"/>
              <a:gd name="csX7" fmla="*/ 199960 w 3315992"/>
              <a:gd name="csY7" fmla="*/ 2383722 h 3236462"/>
              <a:gd name="csX8" fmla="*/ 10774 w 3315992"/>
              <a:gd name="csY8" fmla="*/ 1399205 h 3236462"/>
              <a:gd name="csX0" fmla="*/ 10774 w 3315992"/>
              <a:gd name="csY0" fmla="*/ 1399205 h 3236462"/>
              <a:gd name="csX1" fmla="*/ 420677 w 3315992"/>
              <a:gd name="csY1" fmla="*/ 687050 h 3236462"/>
              <a:gd name="csX2" fmla="*/ 1419161 w 3315992"/>
              <a:gd name="csY2" fmla="*/ 15955 h 3236462"/>
              <a:gd name="csX3" fmla="*/ 2522747 w 3315992"/>
              <a:gd name="csY3" fmla="*/ 296990 h 3236462"/>
              <a:gd name="csX4" fmla="*/ 3311023 w 3315992"/>
              <a:gd name="csY4" fmla="*/ 1242726 h 3236462"/>
              <a:gd name="csX5" fmla="*/ 2764485 w 3315992"/>
              <a:gd name="csY5" fmla="*/ 2998933 h 3236462"/>
              <a:gd name="csX6" fmla="*/ 1030278 w 3315992"/>
              <a:gd name="csY6" fmla="*/ 3125254 h 3236462"/>
              <a:gd name="csX7" fmla="*/ 199960 w 3315992"/>
              <a:gd name="csY7" fmla="*/ 2383722 h 3236462"/>
              <a:gd name="csX8" fmla="*/ 10774 w 3315992"/>
              <a:gd name="csY8" fmla="*/ 1399205 h 3236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315992" h="3236462">
                <a:moveTo>
                  <a:pt x="10774" y="1399205"/>
                </a:moveTo>
                <a:cubicBezTo>
                  <a:pt x="47560" y="1116426"/>
                  <a:pt x="185946" y="917592"/>
                  <a:pt x="420677" y="687050"/>
                </a:cubicBezTo>
                <a:cubicBezTo>
                  <a:pt x="655408" y="456508"/>
                  <a:pt x="1068816" y="80965"/>
                  <a:pt x="1419161" y="15955"/>
                </a:cubicBezTo>
                <a:cubicBezTo>
                  <a:pt x="1769506" y="-49055"/>
                  <a:pt x="2207437" y="92528"/>
                  <a:pt x="2522747" y="296990"/>
                </a:cubicBezTo>
                <a:cubicBezTo>
                  <a:pt x="2838057" y="501452"/>
                  <a:pt x="3270733" y="792402"/>
                  <a:pt x="3311023" y="1242726"/>
                </a:cubicBezTo>
                <a:cubicBezTo>
                  <a:pt x="3351313" y="1693050"/>
                  <a:pt x="3144609" y="2685178"/>
                  <a:pt x="2764485" y="2998933"/>
                </a:cubicBezTo>
                <a:cubicBezTo>
                  <a:pt x="2384361" y="3312688"/>
                  <a:pt x="1473464" y="3272399"/>
                  <a:pt x="1030278" y="3125254"/>
                </a:cubicBezTo>
                <a:cubicBezTo>
                  <a:pt x="587092" y="2978109"/>
                  <a:pt x="369877" y="2671397"/>
                  <a:pt x="199960" y="2383722"/>
                </a:cubicBezTo>
                <a:cubicBezTo>
                  <a:pt x="30043" y="2096047"/>
                  <a:pt x="-26012" y="1681984"/>
                  <a:pt x="10774" y="1399205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A6EAFFF6-CD08-8316-06F9-BDE69604401C}"/>
              </a:ext>
            </a:extLst>
          </p:cNvPr>
          <p:cNvSpPr/>
          <p:nvPr/>
        </p:nvSpPr>
        <p:spPr>
          <a:xfrm>
            <a:off x="6374481" y="3198929"/>
            <a:ext cx="1213993" cy="2342518"/>
          </a:xfrm>
          <a:custGeom>
            <a:avLst/>
            <a:gdLst>
              <a:gd name="csX0" fmla="*/ 892732 w 1397235"/>
              <a:gd name="csY0" fmla="*/ 2394993 h 2475440"/>
              <a:gd name="csX1" fmla="*/ 440787 w 1397235"/>
              <a:gd name="csY1" fmla="*/ 2279380 h 2475440"/>
              <a:gd name="csX2" fmla="*/ 9863 w 1397235"/>
              <a:gd name="csY2" fmla="*/ 492621 h 2475440"/>
              <a:gd name="csX3" fmla="*/ 882222 w 1397235"/>
              <a:gd name="csY3" fmla="*/ 93228 h 2475440"/>
              <a:gd name="csX4" fmla="*/ 1397229 w 1397235"/>
              <a:gd name="csY4" fmla="*/ 1974580 h 2475440"/>
              <a:gd name="csX5" fmla="*/ 892732 w 1397235"/>
              <a:gd name="csY5" fmla="*/ 2394993 h 2475440"/>
              <a:gd name="csX0" fmla="*/ 1019360 w 1399232"/>
              <a:gd name="csY0" fmla="*/ 2373973 h 2464635"/>
              <a:gd name="csX1" fmla="*/ 441291 w 1399232"/>
              <a:gd name="csY1" fmla="*/ 2279380 h 2464635"/>
              <a:gd name="csX2" fmla="*/ 10367 w 1399232"/>
              <a:gd name="csY2" fmla="*/ 492621 h 2464635"/>
              <a:gd name="csX3" fmla="*/ 882726 w 1399232"/>
              <a:gd name="csY3" fmla="*/ 93228 h 2464635"/>
              <a:gd name="csX4" fmla="*/ 1397733 w 1399232"/>
              <a:gd name="csY4" fmla="*/ 1974580 h 2464635"/>
              <a:gd name="csX5" fmla="*/ 1019360 w 1399232"/>
              <a:gd name="csY5" fmla="*/ 2373973 h 2464635"/>
              <a:gd name="csX0" fmla="*/ 1026230 w 1406185"/>
              <a:gd name="csY0" fmla="*/ 2368121 h 2369727"/>
              <a:gd name="csX1" fmla="*/ 364078 w 1406185"/>
              <a:gd name="csY1" fmla="*/ 2031790 h 2369727"/>
              <a:gd name="csX2" fmla="*/ 17237 w 1406185"/>
              <a:gd name="csY2" fmla="*/ 486769 h 2369727"/>
              <a:gd name="csX3" fmla="*/ 889596 w 1406185"/>
              <a:gd name="csY3" fmla="*/ 87376 h 2369727"/>
              <a:gd name="csX4" fmla="*/ 1404603 w 1406185"/>
              <a:gd name="csY4" fmla="*/ 1968728 h 2369727"/>
              <a:gd name="csX5" fmla="*/ 1026230 w 1406185"/>
              <a:gd name="csY5" fmla="*/ 2368121 h 2369727"/>
              <a:gd name="csX0" fmla="*/ 1026230 w 1385285"/>
              <a:gd name="csY0" fmla="*/ 2368121 h 2378370"/>
              <a:gd name="csX1" fmla="*/ 364078 w 1385285"/>
              <a:gd name="csY1" fmla="*/ 2031790 h 2378370"/>
              <a:gd name="csX2" fmla="*/ 17237 w 1385285"/>
              <a:gd name="csY2" fmla="*/ 486769 h 2378370"/>
              <a:gd name="csX3" fmla="*/ 889596 w 1385285"/>
              <a:gd name="csY3" fmla="*/ 87376 h 2378370"/>
              <a:gd name="csX4" fmla="*/ 1383583 w 1385285"/>
              <a:gd name="csY4" fmla="*/ 1800563 h 2378370"/>
              <a:gd name="csX5" fmla="*/ 1026230 w 1385285"/>
              <a:gd name="csY5" fmla="*/ 2368121 h 2378370"/>
              <a:gd name="csX0" fmla="*/ 1020655 w 1383055"/>
              <a:gd name="csY0" fmla="*/ 2349922 h 2360171"/>
              <a:gd name="csX1" fmla="*/ 358503 w 1383055"/>
              <a:gd name="csY1" fmla="*/ 2013591 h 2360171"/>
              <a:gd name="csX2" fmla="*/ 11662 w 1383055"/>
              <a:gd name="csY2" fmla="*/ 468570 h 2360171"/>
              <a:gd name="csX3" fmla="*/ 768408 w 1383055"/>
              <a:gd name="csY3" fmla="*/ 90198 h 2360171"/>
              <a:gd name="csX4" fmla="*/ 1378008 w 1383055"/>
              <a:gd name="csY4" fmla="*/ 1782364 h 2360171"/>
              <a:gd name="csX5" fmla="*/ 1020655 w 1383055"/>
              <a:gd name="csY5" fmla="*/ 2349922 h 2360171"/>
              <a:gd name="csX0" fmla="*/ 890789 w 1253189"/>
              <a:gd name="csY0" fmla="*/ 2372832 h 2384630"/>
              <a:gd name="csX1" fmla="*/ 228637 w 1253189"/>
              <a:gd name="csY1" fmla="*/ 2036501 h 2384630"/>
              <a:gd name="csX2" fmla="*/ 18431 w 1253189"/>
              <a:gd name="csY2" fmla="*/ 375866 h 2384630"/>
              <a:gd name="csX3" fmla="*/ 638542 w 1253189"/>
              <a:gd name="csY3" fmla="*/ 113108 h 2384630"/>
              <a:gd name="csX4" fmla="*/ 1248142 w 1253189"/>
              <a:gd name="csY4" fmla="*/ 1805274 h 2384630"/>
              <a:gd name="csX5" fmla="*/ 890789 w 1253189"/>
              <a:gd name="csY5" fmla="*/ 2372832 h 2384630"/>
              <a:gd name="csX0" fmla="*/ 884211 w 1246456"/>
              <a:gd name="csY0" fmla="*/ 2373562 h 2389076"/>
              <a:gd name="csX1" fmla="*/ 274610 w 1246456"/>
              <a:gd name="csY1" fmla="*/ 2058251 h 2389076"/>
              <a:gd name="csX2" fmla="*/ 11853 w 1246456"/>
              <a:gd name="csY2" fmla="*/ 376596 h 2389076"/>
              <a:gd name="csX3" fmla="*/ 631964 w 1246456"/>
              <a:gd name="csY3" fmla="*/ 113838 h 2389076"/>
              <a:gd name="csX4" fmla="*/ 1241564 w 1246456"/>
              <a:gd name="csY4" fmla="*/ 1806004 h 2389076"/>
              <a:gd name="csX5" fmla="*/ 884211 w 1246456"/>
              <a:gd name="csY5" fmla="*/ 2373562 h 2389076"/>
              <a:gd name="csX0" fmla="*/ 884211 w 1215442"/>
              <a:gd name="csY0" fmla="*/ 2373562 h 2381467"/>
              <a:gd name="csX1" fmla="*/ 274610 w 1215442"/>
              <a:gd name="csY1" fmla="*/ 2058251 h 2381467"/>
              <a:gd name="csX2" fmla="*/ 11853 w 1215442"/>
              <a:gd name="csY2" fmla="*/ 376596 h 2381467"/>
              <a:gd name="csX3" fmla="*/ 631964 w 1215442"/>
              <a:gd name="csY3" fmla="*/ 113838 h 2381467"/>
              <a:gd name="csX4" fmla="*/ 1210033 w 1215442"/>
              <a:gd name="csY4" fmla="*/ 1921618 h 2381467"/>
              <a:gd name="csX5" fmla="*/ 884211 w 1215442"/>
              <a:gd name="csY5" fmla="*/ 2373562 h 2381467"/>
              <a:gd name="csX0" fmla="*/ 820661 w 1212128"/>
              <a:gd name="csY0" fmla="*/ 2384072 h 2391139"/>
              <a:gd name="csX1" fmla="*/ 274122 w 1212128"/>
              <a:gd name="csY1" fmla="*/ 2058251 h 2391139"/>
              <a:gd name="csX2" fmla="*/ 11365 w 1212128"/>
              <a:gd name="csY2" fmla="*/ 376596 h 2391139"/>
              <a:gd name="csX3" fmla="*/ 631476 w 1212128"/>
              <a:gd name="csY3" fmla="*/ 113838 h 2391139"/>
              <a:gd name="csX4" fmla="*/ 1209545 w 1212128"/>
              <a:gd name="csY4" fmla="*/ 1921618 h 2391139"/>
              <a:gd name="csX5" fmla="*/ 820661 w 1212128"/>
              <a:gd name="csY5" fmla="*/ 2384072 h 2391139"/>
              <a:gd name="csX0" fmla="*/ 826706 w 1216032"/>
              <a:gd name="csY0" fmla="*/ 2375776 h 2382843"/>
              <a:gd name="csX1" fmla="*/ 280167 w 1216032"/>
              <a:gd name="csY1" fmla="*/ 2049955 h 2382843"/>
              <a:gd name="csX2" fmla="*/ 17410 w 1216032"/>
              <a:gd name="csY2" fmla="*/ 368300 h 2382843"/>
              <a:gd name="csX3" fmla="*/ 753135 w 1216032"/>
              <a:gd name="csY3" fmla="*/ 116053 h 2382843"/>
              <a:gd name="csX4" fmla="*/ 1215590 w 1216032"/>
              <a:gd name="csY4" fmla="*/ 1913322 h 2382843"/>
              <a:gd name="csX5" fmla="*/ 826706 w 1216032"/>
              <a:gd name="csY5" fmla="*/ 2375776 h 2382843"/>
              <a:gd name="csX0" fmla="*/ 823883 w 1213993"/>
              <a:gd name="csY0" fmla="*/ 2335451 h 2342518"/>
              <a:gd name="csX1" fmla="*/ 277344 w 1213993"/>
              <a:gd name="csY1" fmla="*/ 2009630 h 2342518"/>
              <a:gd name="csX2" fmla="*/ 14587 w 1213993"/>
              <a:gd name="csY2" fmla="*/ 327975 h 2342518"/>
              <a:gd name="csX3" fmla="*/ 697760 w 1213993"/>
              <a:gd name="csY3" fmla="*/ 128280 h 2342518"/>
              <a:gd name="csX4" fmla="*/ 1212767 w 1213993"/>
              <a:gd name="csY4" fmla="*/ 1872997 h 2342518"/>
              <a:gd name="csX5" fmla="*/ 823883 w 1213993"/>
              <a:gd name="csY5" fmla="*/ 2335451 h 23425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3993" h="2342518">
                <a:moveTo>
                  <a:pt x="823883" y="2335451"/>
                </a:moveTo>
                <a:cubicBezTo>
                  <a:pt x="667979" y="2358223"/>
                  <a:pt x="412227" y="2344209"/>
                  <a:pt x="277344" y="2009630"/>
                </a:cubicBezTo>
                <a:cubicBezTo>
                  <a:pt x="142461" y="1675051"/>
                  <a:pt x="-55482" y="641533"/>
                  <a:pt x="14587" y="327975"/>
                </a:cubicBezTo>
                <a:cubicBezTo>
                  <a:pt x="84656" y="14417"/>
                  <a:pt x="466532" y="-118713"/>
                  <a:pt x="697760" y="128280"/>
                </a:cubicBezTo>
                <a:cubicBezTo>
                  <a:pt x="928988" y="375273"/>
                  <a:pt x="1191747" y="1505135"/>
                  <a:pt x="1212767" y="1872997"/>
                </a:cubicBezTo>
                <a:cubicBezTo>
                  <a:pt x="1233787" y="2240859"/>
                  <a:pt x="979787" y="2312679"/>
                  <a:pt x="823883" y="2335451"/>
                </a:cubicBezTo>
                <a:close/>
              </a:path>
            </a:pathLst>
          </a:custGeom>
          <a:noFill/>
          <a:ln w="28575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95860D-BF88-3908-59D3-7FF37047099B}"/>
              </a:ext>
            </a:extLst>
          </p:cNvPr>
          <p:cNvSpPr txBox="1"/>
          <p:nvPr/>
        </p:nvSpPr>
        <p:spPr>
          <a:xfrm>
            <a:off x="7987295" y="4450040"/>
            <a:ext cx="3791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 </a:t>
            </a:r>
            <a:r>
              <a:rPr lang="en-US" b="1" i="1" dirty="0"/>
              <a:t>low modularity</a:t>
            </a:r>
            <a:r>
              <a:rPr lang="en-US" i="1" dirty="0"/>
              <a:t> means there is a </a:t>
            </a:r>
            <a:r>
              <a:rPr lang="en-US" b="1" i="1" dirty="0"/>
              <a:t>weak community structure</a:t>
            </a:r>
            <a:r>
              <a:rPr lang="en-US" i="1" dirty="0"/>
              <a:t> in the network</a:t>
            </a:r>
          </a:p>
        </p:txBody>
      </p:sp>
    </p:spTree>
    <p:extLst>
      <p:ext uri="{BB962C8B-B14F-4D97-AF65-F5344CB8AC3E}">
        <p14:creationId xmlns:p14="http://schemas.microsoft.com/office/powerpoint/2010/main" val="1884186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4B16-AE4C-EBA3-A986-739D5CAF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E947-3708-1985-7A8A-498CE1AD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Concepts – Clustering</a:t>
            </a:r>
          </a:p>
        </p:txBody>
      </p:sp>
      <p:sp>
        <p:nvSpPr>
          <p:cNvPr id="3" name="!!content4">
            <a:extLst>
              <a:ext uri="{FF2B5EF4-FFF2-40B4-BE49-F238E27FC236}">
                <a16:creationId xmlns:a16="http://schemas.microsoft.com/office/drawing/2014/main" id="{79E990E8-496D-E554-F2A8-F266FA150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Autofit/>
          </a:bodyPr>
          <a:lstStyle/>
          <a:p>
            <a:r>
              <a:rPr lang="en-US" sz="2400" b="1" dirty="0"/>
              <a:t>Modularity: </a:t>
            </a:r>
            <a:r>
              <a:rPr lang="en-US" sz="2400" dirty="0"/>
              <a:t>measures how well a network divides into communities (modules). </a:t>
            </a:r>
            <a:endParaRPr lang="en-US" sz="2400" b="1" dirty="0"/>
          </a:p>
        </p:txBody>
      </p:sp>
      <p:cxnSp>
        <p:nvCxnSpPr>
          <p:cNvPr id="4" name="!!d7">
            <a:extLst>
              <a:ext uri="{FF2B5EF4-FFF2-40B4-BE49-F238E27FC236}">
                <a16:creationId xmlns:a16="http://schemas.microsoft.com/office/drawing/2014/main" id="{A390F305-90AE-2377-DDA5-CB1181A6F617}"/>
              </a:ext>
            </a:extLst>
          </p:cNvPr>
          <p:cNvCxnSpPr>
            <a:cxnSpLocks/>
          </p:cNvCxnSpPr>
          <p:nvPr/>
        </p:nvCxnSpPr>
        <p:spPr>
          <a:xfrm>
            <a:off x="5988628" y="4719630"/>
            <a:ext cx="1095926" cy="3346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!!d4">
            <a:extLst>
              <a:ext uri="{FF2B5EF4-FFF2-40B4-BE49-F238E27FC236}">
                <a16:creationId xmlns:a16="http://schemas.microsoft.com/office/drawing/2014/main" id="{44BE89D0-3F8A-915E-070A-A4AF8FD13067}"/>
              </a:ext>
            </a:extLst>
          </p:cNvPr>
          <p:cNvCxnSpPr>
            <a:cxnSpLocks/>
          </p:cNvCxnSpPr>
          <p:nvPr/>
        </p:nvCxnSpPr>
        <p:spPr>
          <a:xfrm>
            <a:off x="1492678" y="4172151"/>
            <a:ext cx="87014" cy="136760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!!d5">
            <a:extLst>
              <a:ext uri="{FF2B5EF4-FFF2-40B4-BE49-F238E27FC236}">
                <a16:creationId xmlns:a16="http://schemas.microsoft.com/office/drawing/2014/main" id="{84B30B37-5C3A-71B3-D686-92C7856C5784}"/>
              </a:ext>
            </a:extLst>
          </p:cNvPr>
          <p:cNvCxnSpPr>
            <a:cxnSpLocks/>
          </p:cNvCxnSpPr>
          <p:nvPr/>
        </p:nvCxnSpPr>
        <p:spPr>
          <a:xfrm>
            <a:off x="1572453" y="5543092"/>
            <a:ext cx="1173758" cy="57219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d1">
            <a:extLst>
              <a:ext uri="{FF2B5EF4-FFF2-40B4-BE49-F238E27FC236}">
                <a16:creationId xmlns:a16="http://schemas.microsoft.com/office/drawing/2014/main" id="{D0F90563-A449-3436-3851-6ED12EF96E95}"/>
              </a:ext>
            </a:extLst>
          </p:cNvPr>
          <p:cNvCxnSpPr>
            <a:cxnSpLocks/>
          </p:cNvCxnSpPr>
          <p:nvPr/>
        </p:nvCxnSpPr>
        <p:spPr>
          <a:xfrm flipV="1">
            <a:off x="1536185" y="3461415"/>
            <a:ext cx="1069178" cy="753332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!!d9">
            <a:extLst>
              <a:ext uri="{FF2B5EF4-FFF2-40B4-BE49-F238E27FC236}">
                <a16:creationId xmlns:a16="http://schemas.microsoft.com/office/drawing/2014/main" id="{614D2BA9-E8EE-379F-D239-98A89764BD5B}"/>
              </a:ext>
            </a:extLst>
          </p:cNvPr>
          <p:cNvCxnSpPr>
            <a:cxnSpLocks/>
          </p:cNvCxnSpPr>
          <p:nvPr/>
        </p:nvCxnSpPr>
        <p:spPr>
          <a:xfrm flipV="1">
            <a:off x="5988628" y="3782693"/>
            <a:ext cx="859557" cy="98096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!!d2">
            <a:extLst>
              <a:ext uri="{FF2B5EF4-FFF2-40B4-BE49-F238E27FC236}">
                <a16:creationId xmlns:a16="http://schemas.microsoft.com/office/drawing/2014/main" id="{7D666B3D-2F5B-E95C-7EC4-FAA873993518}"/>
              </a:ext>
            </a:extLst>
          </p:cNvPr>
          <p:cNvCxnSpPr>
            <a:cxnSpLocks/>
          </p:cNvCxnSpPr>
          <p:nvPr/>
        </p:nvCxnSpPr>
        <p:spPr>
          <a:xfrm>
            <a:off x="1572453" y="4154652"/>
            <a:ext cx="22127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d8">
            <a:extLst>
              <a:ext uri="{FF2B5EF4-FFF2-40B4-BE49-F238E27FC236}">
                <a16:creationId xmlns:a16="http://schemas.microsoft.com/office/drawing/2014/main" id="{AC5C2383-1D40-07E3-1050-099B7CB123C0}"/>
              </a:ext>
            </a:extLst>
          </p:cNvPr>
          <p:cNvCxnSpPr>
            <a:cxnSpLocks/>
          </p:cNvCxnSpPr>
          <p:nvPr/>
        </p:nvCxnSpPr>
        <p:spPr>
          <a:xfrm flipH="1" flipV="1">
            <a:off x="6838855" y="3709366"/>
            <a:ext cx="235698" cy="134492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d6">
            <a:extLst>
              <a:ext uri="{FF2B5EF4-FFF2-40B4-BE49-F238E27FC236}">
                <a16:creationId xmlns:a16="http://schemas.microsoft.com/office/drawing/2014/main" id="{00674AFC-A110-6754-9BEF-222B7F69C9E3}"/>
              </a:ext>
            </a:extLst>
          </p:cNvPr>
          <p:cNvCxnSpPr>
            <a:cxnSpLocks/>
          </p:cNvCxnSpPr>
          <p:nvPr/>
        </p:nvCxnSpPr>
        <p:spPr>
          <a:xfrm flipV="1">
            <a:off x="2798655" y="5552219"/>
            <a:ext cx="986552" cy="54906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!!d3">
            <a:extLst>
              <a:ext uri="{FF2B5EF4-FFF2-40B4-BE49-F238E27FC236}">
                <a16:creationId xmlns:a16="http://schemas.microsoft.com/office/drawing/2014/main" id="{50691EF3-5CB8-6FE4-5ACD-C1C94661AD6D}"/>
              </a:ext>
            </a:extLst>
          </p:cNvPr>
          <p:cNvCxnSpPr>
            <a:cxnSpLocks/>
          </p:cNvCxnSpPr>
          <p:nvPr/>
        </p:nvCxnSpPr>
        <p:spPr>
          <a:xfrm>
            <a:off x="2646339" y="3455972"/>
            <a:ext cx="1103443" cy="71617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!!eq4">
                <a:extLst>
                  <a:ext uri="{FF2B5EF4-FFF2-40B4-BE49-F238E27FC236}">
                    <a16:creationId xmlns:a16="http://schemas.microsoft.com/office/drawing/2014/main" id="{5FB20A00-7113-AA06-67D8-88DA9C101501}"/>
                  </a:ext>
                </a:extLst>
              </p:cNvPr>
              <p:cNvSpPr txBox="1"/>
              <p:nvPr/>
            </p:nvSpPr>
            <p:spPr>
              <a:xfrm>
                <a:off x="8027512" y="4006359"/>
                <a:ext cx="9396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≈0.30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!!eq4">
                <a:extLst>
                  <a:ext uri="{FF2B5EF4-FFF2-40B4-BE49-F238E27FC236}">
                    <a16:creationId xmlns:a16="http://schemas.microsoft.com/office/drawing/2014/main" id="{5FB20A00-7113-AA06-67D8-88DA9C101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512" y="4006359"/>
                <a:ext cx="939681" cy="276999"/>
              </a:xfrm>
              <a:prstGeom prst="rect">
                <a:avLst/>
              </a:prstGeom>
              <a:blipFill>
                <a:blip r:embed="rId3"/>
                <a:stretch>
                  <a:fillRect l="-8000" r="-4000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reeform 32">
            <a:extLst>
              <a:ext uri="{FF2B5EF4-FFF2-40B4-BE49-F238E27FC236}">
                <a16:creationId xmlns:a16="http://schemas.microsoft.com/office/drawing/2014/main" id="{E81786AF-E005-2F16-E3A5-F790FBF43241}"/>
              </a:ext>
            </a:extLst>
          </p:cNvPr>
          <p:cNvSpPr/>
          <p:nvPr/>
        </p:nvSpPr>
        <p:spPr>
          <a:xfrm>
            <a:off x="920421" y="2967319"/>
            <a:ext cx="4405659" cy="3602183"/>
          </a:xfrm>
          <a:custGeom>
            <a:avLst/>
            <a:gdLst>
              <a:gd name="csX0" fmla="*/ 12289 w 3418173"/>
              <a:gd name="csY0" fmla="*/ 1615500 h 3325287"/>
              <a:gd name="csX1" fmla="*/ 390661 w 3418173"/>
              <a:gd name="csY1" fmla="*/ 764162 h 3325287"/>
              <a:gd name="csX2" fmla="*/ 1609861 w 3418173"/>
              <a:gd name="csY2" fmla="*/ 7417 h 3325287"/>
              <a:gd name="csX3" fmla="*/ 2440179 w 3418173"/>
              <a:gd name="csY3" fmla="*/ 438341 h 3325287"/>
              <a:gd name="csX4" fmla="*/ 3407130 w 3418173"/>
              <a:gd name="csY4" fmla="*/ 1394783 h 3325287"/>
              <a:gd name="csX5" fmla="*/ 2839572 w 3418173"/>
              <a:gd name="csY5" fmla="*/ 3097459 h 3325287"/>
              <a:gd name="csX6" fmla="*/ 1042303 w 3418173"/>
              <a:gd name="csY6" fmla="*/ 3213072 h 3325287"/>
              <a:gd name="csX7" fmla="*/ 180454 w 3418173"/>
              <a:gd name="csY7" fmla="*/ 2214590 h 3325287"/>
              <a:gd name="csX8" fmla="*/ 12289 w 3418173"/>
              <a:gd name="csY8" fmla="*/ 1615500 h 3325287"/>
              <a:gd name="csX0" fmla="*/ 12289 w 3413456"/>
              <a:gd name="csY0" fmla="*/ 1616934 h 3326721"/>
              <a:gd name="csX1" fmla="*/ 390661 w 3413456"/>
              <a:gd name="csY1" fmla="*/ 765596 h 3326721"/>
              <a:gd name="csX2" fmla="*/ 1609861 w 3413456"/>
              <a:gd name="csY2" fmla="*/ 8851 h 3326721"/>
              <a:gd name="csX3" fmla="*/ 2555793 w 3413456"/>
              <a:gd name="csY3" fmla="*/ 418363 h 3326721"/>
              <a:gd name="csX4" fmla="*/ 3407130 w 3413456"/>
              <a:gd name="csY4" fmla="*/ 1396217 h 3326721"/>
              <a:gd name="csX5" fmla="*/ 2839572 w 3413456"/>
              <a:gd name="csY5" fmla="*/ 3098893 h 3326721"/>
              <a:gd name="csX6" fmla="*/ 1042303 w 3413456"/>
              <a:gd name="csY6" fmla="*/ 3214506 h 3326721"/>
              <a:gd name="csX7" fmla="*/ 180454 w 3413456"/>
              <a:gd name="csY7" fmla="*/ 2216024 h 3326721"/>
              <a:gd name="csX8" fmla="*/ 12289 w 3413456"/>
              <a:gd name="csY8" fmla="*/ 1616934 h 3326721"/>
              <a:gd name="csX0" fmla="*/ 21760 w 3422927"/>
              <a:gd name="csY0" fmla="*/ 1613992 h 3323779"/>
              <a:gd name="csX1" fmla="*/ 536766 w 3422927"/>
              <a:gd name="csY1" fmla="*/ 687711 h 3323779"/>
              <a:gd name="csX2" fmla="*/ 1619332 w 3422927"/>
              <a:gd name="csY2" fmla="*/ 5909 h 3323779"/>
              <a:gd name="csX3" fmla="*/ 2565264 w 3422927"/>
              <a:gd name="csY3" fmla="*/ 415421 h 3323779"/>
              <a:gd name="csX4" fmla="*/ 3416601 w 3422927"/>
              <a:gd name="csY4" fmla="*/ 1393275 h 3323779"/>
              <a:gd name="csX5" fmla="*/ 2849043 w 3422927"/>
              <a:gd name="csY5" fmla="*/ 3095951 h 3323779"/>
              <a:gd name="csX6" fmla="*/ 1051774 w 3422927"/>
              <a:gd name="csY6" fmla="*/ 3211564 h 3323779"/>
              <a:gd name="csX7" fmla="*/ 189925 w 3422927"/>
              <a:gd name="csY7" fmla="*/ 2213082 h 3323779"/>
              <a:gd name="csX8" fmla="*/ 21760 w 3422927"/>
              <a:gd name="csY8" fmla="*/ 1613992 h 3323779"/>
              <a:gd name="csX0" fmla="*/ 25530 w 3405677"/>
              <a:gd name="csY0" fmla="*/ 1421278 h 3323779"/>
              <a:gd name="csX1" fmla="*/ 519516 w 3405677"/>
              <a:gd name="csY1" fmla="*/ 687711 h 3323779"/>
              <a:gd name="csX2" fmla="*/ 1602082 w 3405677"/>
              <a:gd name="csY2" fmla="*/ 5909 h 3323779"/>
              <a:gd name="csX3" fmla="*/ 2548014 w 3405677"/>
              <a:gd name="csY3" fmla="*/ 415421 h 3323779"/>
              <a:gd name="csX4" fmla="*/ 3399351 w 3405677"/>
              <a:gd name="csY4" fmla="*/ 1393275 h 3323779"/>
              <a:gd name="csX5" fmla="*/ 2831793 w 3405677"/>
              <a:gd name="csY5" fmla="*/ 3095951 h 3323779"/>
              <a:gd name="csX6" fmla="*/ 1034524 w 3405677"/>
              <a:gd name="csY6" fmla="*/ 3211564 h 3323779"/>
              <a:gd name="csX7" fmla="*/ 172675 w 3405677"/>
              <a:gd name="csY7" fmla="*/ 2213082 h 3323779"/>
              <a:gd name="csX8" fmla="*/ 25530 w 3405677"/>
              <a:gd name="csY8" fmla="*/ 1421278 h 3323779"/>
              <a:gd name="csX0" fmla="*/ 29255 w 3409003"/>
              <a:gd name="csY0" fmla="*/ 1421278 h 3286825"/>
              <a:gd name="csX1" fmla="*/ 523241 w 3409003"/>
              <a:gd name="csY1" fmla="*/ 687711 h 3286825"/>
              <a:gd name="csX2" fmla="*/ 1605807 w 3409003"/>
              <a:gd name="csY2" fmla="*/ 5909 h 3286825"/>
              <a:gd name="csX3" fmla="*/ 2551739 w 3409003"/>
              <a:gd name="csY3" fmla="*/ 415421 h 3286825"/>
              <a:gd name="csX4" fmla="*/ 3403076 w 3409003"/>
              <a:gd name="csY4" fmla="*/ 1393275 h 3286825"/>
              <a:gd name="csX5" fmla="*/ 2835518 w 3409003"/>
              <a:gd name="csY5" fmla="*/ 3095951 h 3286825"/>
              <a:gd name="csX6" fmla="*/ 1153863 w 3409003"/>
              <a:gd name="csY6" fmla="*/ 3147326 h 3286825"/>
              <a:gd name="csX7" fmla="*/ 176400 w 3409003"/>
              <a:gd name="csY7" fmla="*/ 2213082 h 3286825"/>
              <a:gd name="csX8" fmla="*/ 29255 w 3409003"/>
              <a:gd name="csY8" fmla="*/ 1421278 h 3286825"/>
              <a:gd name="csX0" fmla="*/ 27490 w 3407414"/>
              <a:gd name="csY0" fmla="*/ 1421278 h 3298493"/>
              <a:gd name="csX1" fmla="*/ 521476 w 3407414"/>
              <a:gd name="csY1" fmla="*/ 687711 h 3298493"/>
              <a:gd name="csX2" fmla="*/ 1604042 w 3407414"/>
              <a:gd name="csY2" fmla="*/ 5909 h 3298493"/>
              <a:gd name="csX3" fmla="*/ 2549974 w 3407414"/>
              <a:gd name="csY3" fmla="*/ 415421 h 3298493"/>
              <a:gd name="csX4" fmla="*/ 3401311 w 3407414"/>
              <a:gd name="csY4" fmla="*/ 1393275 h 3298493"/>
              <a:gd name="csX5" fmla="*/ 2833753 w 3407414"/>
              <a:gd name="csY5" fmla="*/ 3095951 h 3298493"/>
              <a:gd name="csX6" fmla="*/ 1099546 w 3407414"/>
              <a:gd name="csY6" fmla="*/ 3168740 h 3298493"/>
              <a:gd name="csX7" fmla="*/ 174635 w 3407414"/>
              <a:gd name="csY7" fmla="*/ 2213082 h 3298493"/>
              <a:gd name="csX8" fmla="*/ 27490 w 3407414"/>
              <a:gd name="csY8" fmla="*/ 1421278 h 3298493"/>
              <a:gd name="csX0" fmla="*/ 27490 w 3407414"/>
              <a:gd name="csY0" fmla="*/ 1421278 h 3274049"/>
              <a:gd name="csX1" fmla="*/ 521476 w 3407414"/>
              <a:gd name="csY1" fmla="*/ 687711 h 3274049"/>
              <a:gd name="csX2" fmla="*/ 1604042 w 3407414"/>
              <a:gd name="csY2" fmla="*/ 5909 h 3274049"/>
              <a:gd name="csX3" fmla="*/ 2549974 w 3407414"/>
              <a:gd name="csY3" fmla="*/ 415421 h 3274049"/>
              <a:gd name="csX4" fmla="*/ 3401311 w 3407414"/>
              <a:gd name="csY4" fmla="*/ 1393275 h 3274049"/>
              <a:gd name="csX5" fmla="*/ 2833753 w 3407414"/>
              <a:gd name="csY5" fmla="*/ 3042419 h 3274049"/>
              <a:gd name="csX6" fmla="*/ 1099546 w 3407414"/>
              <a:gd name="csY6" fmla="*/ 3168740 h 3274049"/>
              <a:gd name="csX7" fmla="*/ 174635 w 3407414"/>
              <a:gd name="csY7" fmla="*/ 2213082 h 3274049"/>
              <a:gd name="csX8" fmla="*/ 27490 w 3407414"/>
              <a:gd name="csY8" fmla="*/ 1421278 h 3274049"/>
              <a:gd name="csX0" fmla="*/ 27490 w 3386790"/>
              <a:gd name="csY0" fmla="*/ 1420921 h 3279591"/>
              <a:gd name="csX1" fmla="*/ 521476 w 3386790"/>
              <a:gd name="csY1" fmla="*/ 687354 h 3279591"/>
              <a:gd name="csX2" fmla="*/ 1604042 w 3386790"/>
              <a:gd name="csY2" fmla="*/ 5552 h 3279591"/>
              <a:gd name="csX3" fmla="*/ 2549974 w 3386790"/>
              <a:gd name="csY3" fmla="*/ 415064 h 3279591"/>
              <a:gd name="csX4" fmla="*/ 3380291 w 3386790"/>
              <a:gd name="csY4" fmla="*/ 1285855 h 3279591"/>
              <a:gd name="csX5" fmla="*/ 2833753 w 3386790"/>
              <a:gd name="csY5" fmla="*/ 3042062 h 3279591"/>
              <a:gd name="csX6" fmla="*/ 1099546 w 3386790"/>
              <a:gd name="csY6" fmla="*/ 3168383 h 3279591"/>
              <a:gd name="csX7" fmla="*/ 174635 w 3386790"/>
              <a:gd name="csY7" fmla="*/ 2212725 h 3279591"/>
              <a:gd name="csX8" fmla="*/ 27490 w 3386790"/>
              <a:gd name="csY8" fmla="*/ 1420921 h 3279591"/>
              <a:gd name="csX0" fmla="*/ 27490 w 3388022"/>
              <a:gd name="csY0" fmla="*/ 1431151 h 3289821"/>
              <a:gd name="csX1" fmla="*/ 521476 w 3388022"/>
              <a:gd name="csY1" fmla="*/ 697584 h 3289821"/>
              <a:gd name="csX2" fmla="*/ 1604042 w 3388022"/>
              <a:gd name="csY2" fmla="*/ 15782 h 3289821"/>
              <a:gd name="csX3" fmla="*/ 2518443 w 3388022"/>
              <a:gd name="csY3" fmla="*/ 307525 h 3289821"/>
              <a:gd name="csX4" fmla="*/ 3380291 w 3388022"/>
              <a:gd name="csY4" fmla="*/ 1296085 h 3289821"/>
              <a:gd name="csX5" fmla="*/ 2833753 w 3388022"/>
              <a:gd name="csY5" fmla="*/ 3052292 h 3289821"/>
              <a:gd name="csX6" fmla="*/ 1099546 w 3388022"/>
              <a:gd name="csY6" fmla="*/ 3178613 h 3289821"/>
              <a:gd name="csX7" fmla="*/ 174635 w 3388022"/>
              <a:gd name="csY7" fmla="*/ 2222955 h 3289821"/>
              <a:gd name="csX8" fmla="*/ 27490 w 3388022"/>
              <a:gd name="csY8" fmla="*/ 1431151 h 3289821"/>
              <a:gd name="csX0" fmla="*/ 27490 w 3388022"/>
              <a:gd name="csY0" fmla="*/ 1381672 h 3240342"/>
              <a:gd name="csX1" fmla="*/ 521476 w 3388022"/>
              <a:gd name="csY1" fmla="*/ 648105 h 3240342"/>
              <a:gd name="csX2" fmla="*/ 1435877 w 3388022"/>
              <a:gd name="csY2" fmla="*/ 19835 h 3240342"/>
              <a:gd name="csX3" fmla="*/ 2518443 w 3388022"/>
              <a:gd name="csY3" fmla="*/ 258046 h 3240342"/>
              <a:gd name="csX4" fmla="*/ 3380291 w 3388022"/>
              <a:gd name="csY4" fmla="*/ 1246606 h 3240342"/>
              <a:gd name="csX5" fmla="*/ 2833753 w 3388022"/>
              <a:gd name="csY5" fmla="*/ 3002813 h 3240342"/>
              <a:gd name="csX6" fmla="*/ 1099546 w 3388022"/>
              <a:gd name="csY6" fmla="*/ 3129134 h 3240342"/>
              <a:gd name="csX7" fmla="*/ 174635 w 3388022"/>
              <a:gd name="csY7" fmla="*/ 2173476 h 3240342"/>
              <a:gd name="csX8" fmla="*/ 27490 w 3388022"/>
              <a:gd name="csY8" fmla="*/ 1381672 h 3240342"/>
              <a:gd name="csX0" fmla="*/ 25168 w 3385700"/>
              <a:gd name="csY0" fmla="*/ 1384474 h 3243144"/>
              <a:gd name="csX1" fmla="*/ 487623 w 3385700"/>
              <a:gd name="csY1" fmla="*/ 693732 h 3243144"/>
              <a:gd name="csX2" fmla="*/ 1433555 w 3385700"/>
              <a:gd name="csY2" fmla="*/ 22637 h 3243144"/>
              <a:gd name="csX3" fmla="*/ 2516121 w 3385700"/>
              <a:gd name="csY3" fmla="*/ 260848 h 3243144"/>
              <a:gd name="csX4" fmla="*/ 3377969 w 3385700"/>
              <a:gd name="csY4" fmla="*/ 1249408 h 3243144"/>
              <a:gd name="csX5" fmla="*/ 2831431 w 3385700"/>
              <a:gd name="csY5" fmla="*/ 3005615 h 3243144"/>
              <a:gd name="csX6" fmla="*/ 1097224 w 3385700"/>
              <a:gd name="csY6" fmla="*/ 3131936 h 3243144"/>
              <a:gd name="csX7" fmla="*/ 172313 w 3385700"/>
              <a:gd name="csY7" fmla="*/ 2176278 h 3243144"/>
              <a:gd name="csX8" fmla="*/ 25168 w 3385700"/>
              <a:gd name="csY8" fmla="*/ 1384474 h 3243144"/>
              <a:gd name="csX0" fmla="*/ 38398 w 3346378"/>
              <a:gd name="csY0" fmla="*/ 1405887 h 3243144"/>
              <a:gd name="csX1" fmla="*/ 448301 w 3346378"/>
              <a:gd name="csY1" fmla="*/ 693732 h 3243144"/>
              <a:gd name="csX2" fmla="*/ 1394233 w 3346378"/>
              <a:gd name="csY2" fmla="*/ 22637 h 3243144"/>
              <a:gd name="csX3" fmla="*/ 2476799 w 3346378"/>
              <a:gd name="csY3" fmla="*/ 260848 h 3243144"/>
              <a:gd name="csX4" fmla="*/ 3338647 w 3346378"/>
              <a:gd name="csY4" fmla="*/ 1249408 h 3243144"/>
              <a:gd name="csX5" fmla="*/ 2792109 w 3346378"/>
              <a:gd name="csY5" fmla="*/ 3005615 h 3243144"/>
              <a:gd name="csX6" fmla="*/ 1057902 w 3346378"/>
              <a:gd name="csY6" fmla="*/ 3131936 h 3243144"/>
              <a:gd name="csX7" fmla="*/ 132991 w 3346378"/>
              <a:gd name="csY7" fmla="*/ 2176278 h 3243144"/>
              <a:gd name="csX8" fmla="*/ 38398 w 3346378"/>
              <a:gd name="csY8" fmla="*/ 1405887 h 3243144"/>
              <a:gd name="csX0" fmla="*/ 10774 w 3318754"/>
              <a:gd name="csY0" fmla="*/ 1405887 h 3243144"/>
              <a:gd name="csX1" fmla="*/ 420677 w 3318754"/>
              <a:gd name="csY1" fmla="*/ 693732 h 3243144"/>
              <a:gd name="csX2" fmla="*/ 1366609 w 3318754"/>
              <a:gd name="csY2" fmla="*/ 22637 h 3243144"/>
              <a:gd name="csX3" fmla="*/ 2449175 w 3318754"/>
              <a:gd name="csY3" fmla="*/ 260848 h 3243144"/>
              <a:gd name="csX4" fmla="*/ 3311023 w 3318754"/>
              <a:gd name="csY4" fmla="*/ 1249408 h 3243144"/>
              <a:gd name="csX5" fmla="*/ 2764485 w 3318754"/>
              <a:gd name="csY5" fmla="*/ 3005615 h 3243144"/>
              <a:gd name="csX6" fmla="*/ 1030278 w 3318754"/>
              <a:gd name="csY6" fmla="*/ 3131936 h 3243144"/>
              <a:gd name="csX7" fmla="*/ 199960 w 3318754"/>
              <a:gd name="csY7" fmla="*/ 2390404 h 3243144"/>
              <a:gd name="csX8" fmla="*/ 10774 w 3318754"/>
              <a:gd name="csY8" fmla="*/ 1405887 h 3243144"/>
              <a:gd name="csX0" fmla="*/ 10774 w 3315992"/>
              <a:gd name="csY0" fmla="*/ 1399205 h 3236462"/>
              <a:gd name="csX1" fmla="*/ 420677 w 3315992"/>
              <a:gd name="csY1" fmla="*/ 687050 h 3236462"/>
              <a:gd name="csX2" fmla="*/ 1366609 w 3315992"/>
              <a:gd name="csY2" fmla="*/ 15955 h 3236462"/>
              <a:gd name="csX3" fmla="*/ 2522747 w 3315992"/>
              <a:gd name="csY3" fmla="*/ 296990 h 3236462"/>
              <a:gd name="csX4" fmla="*/ 3311023 w 3315992"/>
              <a:gd name="csY4" fmla="*/ 1242726 h 3236462"/>
              <a:gd name="csX5" fmla="*/ 2764485 w 3315992"/>
              <a:gd name="csY5" fmla="*/ 2998933 h 3236462"/>
              <a:gd name="csX6" fmla="*/ 1030278 w 3315992"/>
              <a:gd name="csY6" fmla="*/ 3125254 h 3236462"/>
              <a:gd name="csX7" fmla="*/ 199960 w 3315992"/>
              <a:gd name="csY7" fmla="*/ 2383722 h 3236462"/>
              <a:gd name="csX8" fmla="*/ 10774 w 3315992"/>
              <a:gd name="csY8" fmla="*/ 1399205 h 3236462"/>
              <a:gd name="csX0" fmla="*/ 10774 w 3315992"/>
              <a:gd name="csY0" fmla="*/ 1399205 h 3236462"/>
              <a:gd name="csX1" fmla="*/ 420677 w 3315992"/>
              <a:gd name="csY1" fmla="*/ 687050 h 3236462"/>
              <a:gd name="csX2" fmla="*/ 1419161 w 3315992"/>
              <a:gd name="csY2" fmla="*/ 15955 h 3236462"/>
              <a:gd name="csX3" fmla="*/ 2522747 w 3315992"/>
              <a:gd name="csY3" fmla="*/ 296990 h 3236462"/>
              <a:gd name="csX4" fmla="*/ 3311023 w 3315992"/>
              <a:gd name="csY4" fmla="*/ 1242726 h 3236462"/>
              <a:gd name="csX5" fmla="*/ 2764485 w 3315992"/>
              <a:gd name="csY5" fmla="*/ 2998933 h 3236462"/>
              <a:gd name="csX6" fmla="*/ 1030278 w 3315992"/>
              <a:gd name="csY6" fmla="*/ 3125254 h 3236462"/>
              <a:gd name="csX7" fmla="*/ 199960 w 3315992"/>
              <a:gd name="csY7" fmla="*/ 2383722 h 3236462"/>
              <a:gd name="csX8" fmla="*/ 10774 w 3315992"/>
              <a:gd name="csY8" fmla="*/ 1399205 h 3236462"/>
              <a:gd name="csX0" fmla="*/ 18767 w 3323985"/>
              <a:gd name="csY0" fmla="*/ 1388591 h 3225848"/>
              <a:gd name="csX1" fmla="*/ 551083 w 3323985"/>
              <a:gd name="csY1" fmla="*/ 474157 h 3225848"/>
              <a:gd name="csX2" fmla="*/ 1427154 w 3323985"/>
              <a:gd name="csY2" fmla="*/ 5341 h 3225848"/>
              <a:gd name="csX3" fmla="*/ 2530740 w 3323985"/>
              <a:gd name="csY3" fmla="*/ 286376 h 3225848"/>
              <a:gd name="csX4" fmla="*/ 3319016 w 3323985"/>
              <a:gd name="csY4" fmla="*/ 1232112 h 3225848"/>
              <a:gd name="csX5" fmla="*/ 2772478 w 3323985"/>
              <a:gd name="csY5" fmla="*/ 2988319 h 3225848"/>
              <a:gd name="csX6" fmla="*/ 1038271 w 3323985"/>
              <a:gd name="csY6" fmla="*/ 3114640 h 3225848"/>
              <a:gd name="csX7" fmla="*/ 207953 w 3323985"/>
              <a:gd name="csY7" fmla="*/ 2373108 h 3225848"/>
              <a:gd name="csX8" fmla="*/ 18767 w 3323985"/>
              <a:gd name="csY8" fmla="*/ 1388591 h 3225848"/>
              <a:gd name="csX0" fmla="*/ 27830 w 3271842"/>
              <a:gd name="csY0" fmla="*/ 1250673 h 3225848"/>
              <a:gd name="csX1" fmla="*/ 498940 w 3271842"/>
              <a:gd name="csY1" fmla="*/ 474157 h 3225848"/>
              <a:gd name="csX2" fmla="*/ 1375011 w 3271842"/>
              <a:gd name="csY2" fmla="*/ 5341 h 3225848"/>
              <a:gd name="csX3" fmla="*/ 2478597 w 3271842"/>
              <a:gd name="csY3" fmla="*/ 286376 h 3225848"/>
              <a:gd name="csX4" fmla="*/ 3266873 w 3271842"/>
              <a:gd name="csY4" fmla="*/ 1232112 h 3225848"/>
              <a:gd name="csX5" fmla="*/ 2720335 w 3271842"/>
              <a:gd name="csY5" fmla="*/ 2988319 h 3225848"/>
              <a:gd name="csX6" fmla="*/ 986128 w 3271842"/>
              <a:gd name="csY6" fmla="*/ 3114640 h 3225848"/>
              <a:gd name="csX7" fmla="*/ 155810 w 3271842"/>
              <a:gd name="csY7" fmla="*/ 2373108 h 3225848"/>
              <a:gd name="csX8" fmla="*/ 27830 w 3271842"/>
              <a:gd name="csY8" fmla="*/ 1250673 h 3225848"/>
              <a:gd name="csX0" fmla="*/ 5197 w 3249209"/>
              <a:gd name="csY0" fmla="*/ 1250673 h 3225848"/>
              <a:gd name="csX1" fmla="*/ 476307 w 3249209"/>
              <a:gd name="csY1" fmla="*/ 474157 h 3225848"/>
              <a:gd name="csX2" fmla="*/ 1352378 w 3249209"/>
              <a:gd name="csY2" fmla="*/ 5341 h 3225848"/>
              <a:gd name="csX3" fmla="*/ 2455964 w 3249209"/>
              <a:gd name="csY3" fmla="*/ 286376 h 3225848"/>
              <a:gd name="csX4" fmla="*/ 3244240 w 3249209"/>
              <a:gd name="csY4" fmla="*/ 1232112 h 3225848"/>
              <a:gd name="csX5" fmla="*/ 2697702 w 3249209"/>
              <a:gd name="csY5" fmla="*/ 2988319 h 3225848"/>
              <a:gd name="csX6" fmla="*/ 963495 w 3249209"/>
              <a:gd name="csY6" fmla="*/ 3114640 h 3225848"/>
              <a:gd name="csX7" fmla="*/ 270892 w 3249209"/>
              <a:gd name="csY7" fmla="*/ 2575387 h 3225848"/>
              <a:gd name="csX8" fmla="*/ 5197 w 3249209"/>
              <a:gd name="csY8" fmla="*/ 1250673 h 3225848"/>
              <a:gd name="csX0" fmla="*/ 9252 w 3252034"/>
              <a:gd name="csY0" fmla="*/ 1250673 h 3317136"/>
              <a:gd name="csX1" fmla="*/ 480362 w 3252034"/>
              <a:gd name="csY1" fmla="*/ 474157 h 3317136"/>
              <a:gd name="csX2" fmla="*/ 1356433 w 3252034"/>
              <a:gd name="csY2" fmla="*/ 5341 h 3317136"/>
              <a:gd name="csX3" fmla="*/ 2460019 w 3252034"/>
              <a:gd name="csY3" fmla="*/ 286376 h 3317136"/>
              <a:gd name="csX4" fmla="*/ 3248295 w 3252034"/>
              <a:gd name="csY4" fmla="*/ 1232112 h 3317136"/>
              <a:gd name="csX5" fmla="*/ 2701757 w 3252034"/>
              <a:gd name="csY5" fmla="*/ 2988319 h 3317136"/>
              <a:gd name="csX6" fmla="*/ 1480154 w 3252034"/>
              <a:gd name="csY6" fmla="*/ 3243362 h 3317136"/>
              <a:gd name="csX7" fmla="*/ 274947 w 3252034"/>
              <a:gd name="csY7" fmla="*/ 2575387 h 3317136"/>
              <a:gd name="csX8" fmla="*/ 9252 w 3252034"/>
              <a:gd name="csY8" fmla="*/ 1250673 h 3317136"/>
              <a:gd name="csX0" fmla="*/ 9252 w 3317143"/>
              <a:gd name="csY0" fmla="*/ 1250673 h 3267702"/>
              <a:gd name="csX1" fmla="*/ 480362 w 3317143"/>
              <a:gd name="csY1" fmla="*/ 474157 h 3267702"/>
              <a:gd name="csX2" fmla="*/ 1356433 w 3317143"/>
              <a:gd name="csY2" fmla="*/ 5341 h 3267702"/>
              <a:gd name="csX3" fmla="*/ 2460019 w 3317143"/>
              <a:gd name="csY3" fmla="*/ 286376 h 3267702"/>
              <a:gd name="csX4" fmla="*/ 3248295 w 3317143"/>
              <a:gd name="csY4" fmla="*/ 1232112 h 3267702"/>
              <a:gd name="csX5" fmla="*/ 3076647 w 3317143"/>
              <a:gd name="csY5" fmla="*/ 2501011 h 3267702"/>
              <a:gd name="csX6" fmla="*/ 1480154 w 3317143"/>
              <a:gd name="csY6" fmla="*/ 3243362 h 3267702"/>
              <a:gd name="csX7" fmla="*/ 274947 w 3317143"/>
              <a:gd name="csY7" fmla="*/ 2575387 h 3267702"/>
              <a:gd name="csX8" fmla="*/ 9252 w 3317143"/>
              <a:gd name="csY8" fmla="*/ 1250673 h 3267702"/>
              <a:gd name="csX0" fmla="*/ 7813 w 3322121"/>
              <a:gd name="csY0" fmla="*/ 1250673 h 3249876"/>
              <a:gd name="csX1" fmla="*/ 478923 w 3322121"/>
              <a:gd name="csY1" fmla="*/ 474157 h 3249876"/>
              <a:gd name="csX2" fmla="*/ 1354994 w 3322121"/>
              <a:gd name="csY2" fmla="*/ 5341 h 3249876"/>
              <a:gd name="csX3" fmla="*/ 2458580 w 3322121"/>
              <a:gd name="csY3" fmla="*/ 286376 h 3249876"/>
              <a:gd name="csX4" fmla="*/ 3246856 w 3322121"/>
              <a:gd name="csY4" fmla="*/ 1232112 h 3249876"/>
              <a:gd name="csX5" fmla="*/ 3075208 w 3322121"/>
              <a:gd name="csY5" fmla="*/ 2501011 h 3249876"/>
              <a:gd name="csX6" fmla="*/ 1348652 w 3322121"/>
              <a:gd name="csY6" fmla="*/ 3224973 h 3249876"/>
              <a:gd name="csX7" fmla="*/ 273508 w 3322121"/>
              <a:gd name="csY7" fmla="*/ 2575387 h 3249876"/>
              <a:gd name="csX8" fmla="*/ 7813 w 3322121"/>
              <a:gd name="csY8" fmla="*/ 1250673 h 3249876"/>
              <a:gd name="csX0" fmla="*/ 7813 w 3389911"/>
              <a:gd name="csY0" fmla="*/ 1249732 h 3250135"/>
              <a:gd name="csX1" fmla="*/ 478923 w 3389911"/>
              <a:gd name="csY1" fmla="*/ 473216 h 3250135"/>
              <a:gd name="csX2" fmla="*/ 1354994 w 3389911"/>
              <a:gd name="csY2" fmla="*/ 4400 h 3250135"/>
              <a:gd name="csX3" fmla="*/ 2458580 w 3389911"/>
              <a:gd name="csY3" fmla="*/ 285435 h 3250135"/>
              <a:gd name="csX4" fmla="*/ 3338666 w 3389911"/>
              <a:gd name="csY4" fmla="*/ 1038087 h 3250135"/>
              <a:gd name="csX5" fmla="*/ 3075208 w 3389911"/>
              <a:gd name="csY5" fmla="*/ 2500070 h 3250135"/>
              <a:gd name="csX6" fmla="*/ 1348652 w 3389911"/>
              <a:gd name="csY6" fmla="*/ 3224032 h 3250135"/>
              <a:gd name="csX7" fmla="*/ 273508 w 3389911"/>
              <a:gd name="csY7" fmla="*/ 2574446 h 3250135"/>
              <a:gd name="csX8" fmla="*/ 7813 w 3389911"/>
              <a:gd name="csY8" fmla="*/ 1249732 h 3250135"/>
              <a:gd name="csX0" fmla="*/ 7813 w 3402935"/>
              <a:gd name="csY0" fmla="*/ 1249732 h 3243622"/>
              <a:gd name="csX1" fmla="*/ 478923 w 3402935"/>
              <a:gd name="csY1" fmla="*/ 473216 h 3243622"/>
              <a:gd name="csX2" fmla="*/ 1354994 w 3402935"/>
              <a:gd name="csY2" fmla="*/ 4400 h 3243622"/>
              <a:gd name="csX3" fmla="*/ 2458580 w 3402935"/>
              <a:gd name="csY3" fmla="*/ 285435 h 3243622"/>
              <a:gd name="csX4" fmla="*/ 3338666 w 3402935"/>
              <a:gd name="csY4" fmla="*/ 1038087 h 3243622"/>
              <a:gd name="csX5" fmla="*/ 3113463 w 3402935"/>
              <a:gd name="csY5" fmla="*/ 2288597 h 3243622"/>
              <a:gd name="csX6" fmla="*/ 1348652 w 3402935"/>
              <a:gd name="csY6" fmla="*/ 3224032 h 3243622"/>
              <a:gd name="csX7" fmla="*/ 273508 w 3402935"/>
              <a:gd name="csY7" fmla="*/ 2574446 h 3243622"/>
              <a:gd name="csX8" fmla="*/ 7813 w 3402935"/>
              <a:gd name="csY8" fmla="*/ 1249732 h 3243622"/>
              <a:gd name="csX0" fmla="*/ 7813 w 3400680"/>
              <a:gd name="csY0" fmla="*/ 1246274 h 3240164"/>
              <a:gd name="csX1" fmla="*/ 478923 w 3400680"/>
              <a:gd name="csY1" fmla="*/ 469758 h 3240164"/>
              <a:gd name="csX2" fmla="*/ 1354994 w 3400680"/>
              <a:gd name="csY2" fmla="*/ 942 h 3240164"/>
              <a:gd name="csX3" fmla="*/ 2489184 w 3400680"/>
              <a:gd name="csY3" fmla="*/ 585395 h 3240164"/>
              <a:gd name="csX4" fmla="*/ 3338666 w 3400680"/>
              <a:gd name="csY4" fmla="*/ 1034629 h 3240164"/>
              <a:gd name="csX5" fmla="*/ 3113463 w 3400680"/>
              <a:gd name="csY5" fmla="*/ 2285139 h 3240164"/>
              <a:gd name="csX6" fmla="*/ 1348652 w 3400680"/>
              <a:gd name="csY6" fmla="*/ 3220574 h 3240164"/>
              <a:gd name="csX7" fmla="*/ 273508 w 3400680"/>
              <a:gd name="csY7" fmla="*/ 2570988 h 3240164"/>
              <a:gd name="csX8" fmla="*/ 7813 w 3400680"/>
              <a:gd name="csY8" fmla="*/ 1246274 h 3240164"/>
              <a:gd name="csX0" fmla="*/ 7813 w 3436142"/>
              <a:gd name="csY0" fmla="*/ 1246274 h 3238962"/>
              <a:gd name="csX1" fmla="*/ 478923 w 3436142"/>
              <a:gd name="csY1" fmla="*/ 469758 h 3238962"/>
              <a:gd name="csX2" fmla="*/ 1354994 w 3436142"/>
              <a:gd name="csY2" fmla="*/ 942 h 3238962"/>
              <a:gd name="csX3" fmla="*/ 2489184 w 3436142"/>
              <a:gd name="csY3" fmla="*/ 585395 h 3238962"/>
              <a:gd name="csX4" fmla="*/ 3384571 w 3436142"/>
              <a:gd name="csY4" fmla="*/ 1374826 h 3238962"/>
              <a:gd name="csX5" fmla="*/ 3113463 w 3436142"/>
              <a:gd name="csY5" fmla="*/ 2285139 h 3238962"/>
              <a:gd name="csX6" fmla="*/ 1348652 w 3436142"/>
              <a:gd name="csY6" fmla="*/ 3220574 h 3238962"/>
              <a:gd name="csX7" fmla="*/ 273508 w 3436142"/>
              <a:gd name="csY7" fmla="*/ 2570988 h 3238962"/>
              <a:gd name="csX8" fmla="*/ 7813 w 3436142"/>
              <a:gd name="csY8" fmla="*/ 1246274 h 3238962"/>
              <a:gd name="csX0" fmla="*/ 7813 w 3436142"/>
              <a:gd name="csY0" fmla="*/ 1237104 h 3229792"/>
              <a:gd name="csX1" fmla="*/ 478923 w 3436142"/>
              <a:gd name="csY1" fmla="*/ 460588 h 3229792"/>
              <a:gd name="csX2" fmla="*/ 1446804 w 3436142"/>
              <a:gd name="csY2" fmla="*/ 967 h 3229792"/>
              <a:gd name="csX3" fmla="*/ 2489184 w 3436142"/>
              <a:gd name="csY3" fmla="*/ 576225 h 3229792"/>
              <a:gd name="csX4" fmla="*/ 3384571 w 3436142"/>
              <a:gd name="csY4" fmla="*/ 1365656 h 3229792"/>
              <a:gd name="csX5" fmla="*/ 3113463 w 3436142"/>
              <a:gd name="csY5" fmla="*/ 2275969 h 3229792"/>
              <a:gd name="csX6" fmla="*/ 1348652 w 3436142"/>
              <a:gd name="csY6" fmla="*/ 3211404 h 3229792"/>
              <a:gd name="csX7" fmla="*/ 273508 w 3436142"/>
              <a:gd name="csY7" fmla="*/ 2561818 h 3229792"/>
              <a:gd name="csX8" fmla="*/ 7813 w 3436142"/>
              <a:gd name="csY8" fmla="*/ 1237104 h 3229792"/>
              <a:gd name="csX0" fmla="*/ 15867 w 3444196"/>
              <a:gd name="csY0" fmla="*/ 1237725 h 3230413"/>
              <a:gd name="csX1" fmla="*/ 624692 w 3444196"/>
              <a:gd name="csY1" fmla="*/ 433625 h 3230413"/>
              <a:gd name="csX2" fmla="*/ 1454858 w 3444196"/>
              <a:gd name="csY2" fmla="*/ 1588 h 3230413"/>
              <a:gd name="csX3" fmla="*/ 2497238 w 3444196"/>
              <a:gd name="csY3" fmla="*/ 576846 h 3230413"/>
              <a:gd name="csX4" fmla="*/ 3392625 w 3444196"/>
              <a:gd name="csY4" fmla="*/ 1366277 h 3230413"/>
              <a:gd name="csX5" fmla="*/ 3121517 w 3444196"/>
              <a:gd name="csY5" fmla="*/ 2276590 h 3230413"/>
              <a:gd name="csX6" fmla="*/ 1356706 w 3444196"/>
              <a:gd name="csY6" fmla="*/ 3212025 h 3230413"/>
              <a:gd name="csX7" fmla="*/ 281562 w 3444196"/>
              <a:gd name="csY7" fmla="*/ 2562439 h 3230413"/>
              <a:gd name="csX8" fmla="*/ 15867 w 3444196"/>
              <a:gd name="csY8" fmla="*/ 1237725 h 3230413"/>
              <a:gd name="csX0" fmla="*/ 35448 w 3333713"/>
              <a:gd name="csY0" fmla="*/ 1145697 h 3230330"/>
              <a:gd name="csX1" fmla="*/ 514209 w 3333713"/>
              <a:gd name="csY1" fmla="*/ 433542 h 3230330"/>
              <a:gd name="csX2" fmla="*/ 1344375 w 3333713"/>
              <a:gd name="csY2" fmla="*/ 1505 h 3230330"/>
              <a:gd name="csX3" fmla="*/ 2386755 w 3333713"/>
              <a:gd name="csY3" fmla="*/ 576763 h 3230330"/>
              <a:gd name="csX4" fmla="*/ 3282142 w 3333713"/>
              <a:gd name="csY4" fmla="*/ 1366194 h 3230330"/>
              <a:gd name="csX5" fmla="*/ 3011034 w 3333713"/>
              <a:gd name="csY5" fmla="*/ 2276507 h 3230330"/>
              <a:gd name="csX6" fmla="*/ 1246223 w 3333713"/>
              <a:gd name="csY6" fmla="*/ 3211942 h 3230330"/>
              <a:gd name="csX7" fmla="*/ 171079 w 3333713"/>
              <a:gd name="csY7" fmla="*/ 2562356 h 3230330"/>
              <a:gd name="csX8" fmla="*/ 35448 w 3333713"/>
              <a:gd name="csY8" fmla="*/ 1145697 h 3230330"/>
              <a:gd name="csX0" fmla="*/ 40515 w 3338780"/>
              <a:gd name="csY0" fmla="*/ 1148385 h 3233018"/>
              <a:gd name="csX1" fmla="*/ 588133 w 3338780"/>
              <a:gd name="csY1" fmla="*/ 362675 h 3233018"/>
              <a:gd name="csX2" fmla="*/ 1349442 w 3338780"/>
              <a:gd name="csY2" fmla="*/ 4193 h 3233018"/>
              <a:gd name="csX3" fmla="*/ 2391822 w 3338780"/>
              <a:gd name="csY3" fmla="*/ 579451 h 3233018"/>
              <a:gd name="csX4" fmla="*/ 3287209 w 3338780"/>
              <a:gd name="csY4" fmla="*/ 1368882 h 3233018"/>
              <a:gd name="csX5" fmla="*/ 3016101 w 3338780"/>
              <a:gd name="csY5" fmla="*/ 2279195 h 3233018"/>
              <a:gd name="csX6" fmla="*/ 1251290 w 3338780"/>
              <a:gd name="csY6" fmla="*/ 3214630 h 3233018"/>
              <a:gd name="csX7" fmla="*/ 176146 w 3338780"/>
              <a:gd name="csY7" fmla="*/ 2565044 h 3233018"/>
              <a:gd name="csX8" fmla="*/ 40515 w 3338780"/>
              <a:gd name="csY8" fmla="*/ 1148385 h 3233018"/>
              <a:gd name="csX0" fmla="*/ 24089 w 3322354"/>
              <a:gd name="csY0" fmla="*/ 1148385 h 3233018"/>
              <a:gd name="csX1" fmla="*/ 571707 w 3322354"/>
              <a:gd name="csY1" fmla="*/ 362675 h 3233018"/>
              <a:gd name="csX2" fmla="*/ 1333016 w 3322354"/>
              <a:gd name="csY2" fmla="*/ 4193 h 3233018"/>
              <a:gd name="csX3" fmla="*/ 2375396 w 3322354"/>
              <a:gd name="csY3" fmla="*/ 579451 h 3233018"/>
              <a:gd name="csX4" fmla="*/ 3270783 w 3322354"/>
              <a:gd name="csY4" fmla="*/ 1368882 h 3233018"/>
              <a:gd name="csX5" fmla="*/ 2999675 w 3322354"/>
              <a:gd name="csY5" fmla="*/ 2279195 h 3233018"/>
              <a:gd name="csX6" fmla="*/ 1234864 w 3322354"/>
              <a:gd name="csY6" fmla="*/ 3214630 h 3233018"/>
              <a:gd name="csX7" fmla="*/ 213276 w 3322354"/>
              <a:gd name="csY7" fmla="*/ 2592627 h 3233018"/>
              <a:gd name="csX8" fmla="*/ 24089 w 3322354"/>
              <a:gd name="csY8" fmla="*/ 1148385 h 3233018"/>
              <a:gd name="csX0" fmla="*/ 26374 w 3321876"/>
              <a:gd name="csY0" fmla="*/ 1148385 h 3233018"/>
              <a:gd name="csX1" fmla="*/ 573992 w 3321876"/>
              <a:gd name="csY1" fmla="*/ 362675 h 3233018"/>
              <a:gd name="csX2" fmla="*/ 1335301 w 3321876"/>
              <a:gd name="csY2" fmla="*/ 4193 h 3233018"/>
              <a:gd name="csX3" fmla="*/ 2377681 w 3321876"/>
              <a:gd name="csY3" fmla="*/ 579451 h 3233018"/>
              <a:gd name="csX4" fmla="*/ 3273068 w 3321876"/>
              <a:gd name="csY4" fmla="*/ 1368882 h 3233018"/>
              <a:gd name="csX5" fmla="*/ 3001960 w 3321876"/>
              <a:gd name="csY5" fmla="*/ 2279195 h 3233018"/>
              <a:gd name="csX6" fmla="*/ 1321308 w 3321876"/>
              <a:gd name="csY6" fmla="*/ 3214630 h 3233018"/>
              <a:gd name="csX7" fmla="*/ 215561 w 3321876"/>
              <a:gd name="csY7" fmla="*/ 2592627 h 3233018"/>
              <a:gd name="csX8" fmla="*/ 26374 w 3321876"/>
              <a:gd name="csY8" fmla="*/ 1148385 h 3233018"/>
              <a:gd name="csX0" fmla="*/ 26374 w 3302054"/>
              <a:gd name="csY0" fmla="*/ 1148385 h 3235602"/>
              <a:gd name="csX1" fmla="*/ 573992 w 3302054"/>
              <a:gd name="csY1" fmla="*/ 362675 h 3235602"/>
              <a:gd name="csX2" fmla="*/ 1335301 w 3302054"/>
              <a:gd name="csY2" fmla="*/ 4193 h 3235602"/>
              <a:gd name="csX3" fmla="*/ 2377681 w 3302054"/>
              <a:gd name="csY3" fmla="*/ 579451 h 3235602"/>
              <a:gd name="csX4" fmla="*/ 3273068 w 3302054"/>
              <a:gd name="csY4" fmla="*/ 1368882 h 3235602"/>
              <a:gd name="csX5" fmla="*/ 2917801 w 3302054"/>
              <a:gd name="csY5" fmla="*/ 2389529 h 3235602"/>
              <a:gd name="csX6" fmla="*/ 1321308 w 3302054"/>
              <a:gd name="csY6" fmla="*/ 3214630 h 3235602"/>
              <a:gd name="csX7" fmla="*/ 215561 w 3302054"/>
              <a:gd name="csY7" fmla="*/ 2592627 h 3235602"/>
              <a:gd name="csX8" fmla="*/ 26374 w 3302054"/>
              <a:gd name="csY8" fmla="*/ 1148385 h 3235602"/>
              <a:gd name="csX0" fmla="*/ 26374 w 3311302"/>
              <a:gd name="csY0" fmla="*/ 1144601 h 3231818"/>
              <a:gd name="csX1" fmla="*/ 573992 w 3311302"/>
              <a:gd name="csY1" fmla="*/ 358891 h 3231818"/>
              <a:gd name="csX2" fmla="*/ 1335301 w 3311302"/>
              <a:gd name="csY2" fmla="*/ 409 h 3231818"/>
              <a:gd name="csX3" fmla="*/ 2239966 w 3311302"/>
              <a:gd name="csY3" fmla="*/ 419361 h 3231818"/>
              <a:gd name="csX4" fmla="*/ 3273068 w 3311302"/>
              <a:gd name="csY4" fmla="*/ 1365098 h 3231818"/>
              <a:gd name="csX5" fmla="*/ 2917801 w 3311302"/>
              <a:gd name="csY5" fmla="*/ 2385745 h 3231818"/>
              <a:gd name="csX6" fmla="*/ 1321308 w 3311302"/>
              <a:gd name="csY6" fmla="*/ 3210846 h 3231818"/>
              <a:gd name="csX7" fmla="*/ 215561 w 3311302"/>
              <a:gd name="csY7" fmla="*/ 2588843 h 3231818"/>
              <a:gd name="csX8" fmla="*/ 26374 w 3311302"/>
              <a:gd name="csY8" fmla="*/ 1144601 h 3231818"/>
              <a:gd name="csX0" fmla="*/ 26374 w 3311302"/>
              <a:gd name="csY0" fmla="*/ 1135425 h 3222642"/>
              <a:gd name="csX1" fmla="*/ 573992 w 3311302"/>
              <a:gd name="csY1" fmla="*/ 349715 h 3222642"/>
              <a:gd name="csX2" fmla="*/ 1174633 w 3311302"/>
              <a:gd name="csY2" fmla="*/ 427 h 3222642"/>
              <a:gd name="csX3" fmla="*/ 2239966 w 3311302"/>
              <a:gd name="csY3" fmla="*/ 410185 h 3222642"/>
              <a:gd name="csX4" fmla="*/ 3273068 w 3311302"/>
              <a:gd name="csY4" fmla="*/ 1355922 h 3222642"/>
              <a:gd name="csX5" fmla="*/ 2917801 w 3311302"/>
              <a:gd name="csY5" fmla="*/ 2376569 h 3222642"/>
              <a:gd name="csX6" fmla="*/ 1321308 w 3311302"/>
              <a:gd name="csY6" fmla="*/ 3201670 h 3222642"/>
              <a:gd name="csX7" fmla="*/ 215561 w 3311302"/>
              <a:gd name="csY7" fmla="*/ 2579667 h 3222642"/>
              <a:gd name="csX8" fmla="*/ 26374 w 3311302"/>
              <a:gd name="csY8" fmla="*/ 1135425 h 3222642"/>
              <a:gd name="csX0" fmla="*/ 8778 w 3293706"/>
              <a:gd name="csY0" fmla="*/ 1136428 h 3223645"/>
              <a:gd name="csX1" fmla="*/ 311570 w 3293706"/>
              <a:gd name="csY1" fmla="*/ 534607 h 3223645"/>
              <a:gd name="csX2" fmla="*/ 1157037 w 3293706"/>
              <a:gd name="csY2" fmla="*/ 1430 h 3223645"/>
              <a:gd name="csX3" fmla="*/ 2222370 w 3293706"/>
              <a:gd name="csY3" fmla="*/ 411188 h 3223645"/>
              <a:gd name="csX4" fmla="*/ 3255472 w 3293706"/>
              <a:gd name="csY4" fmla="*/ 1356925 h 3223645"/>
              <a:gd name="csX5" fmla="*/ 2900205 w 3293706"/>
              <a:gd name="csY5" fmla="*/ 2377572 h 3223645"/>
              <a:gd name="csX6" fmla="*/ 1303712 w 3293706"/>
              <a:gd name="csY6" fmla="*/ 3202673 h 3223645"/>
              <a:gd name="csX7" fmla="*/ 197965 w 3293706"/>
              <a:gd name="csY7" fmla="*/ 2580670 h 3223645"/>
              <a:gd name="csX8" fmla="*/ 8778 w 3293706"/>
              <a:gd name="csY8" fmla="*/ 1136428 h 3223645"/>
              <a:gd name="csX0" fmla="*/ 11119 w 3280745"/>
              <a:gd name="csY0" fmla="*/ 1495014 h 3223645"/>
              <a:gd name="csX1" fmla="*/ 298609 w 3280745"/>
              <a:gd name="csY1" fmla="*/ 534607 h 3223645"/>
              <a:gd name="csX2" fmla="*/ 1144076 w 3280745"/>
              <a:gd name="csY2" fmla="*/ 1430 h 3223645"/>
              <a:gd name="csX3" fmla="*/ 2209409 w 3280745"/>
              <a:gd name="csY3" fmla="*/ 411188 h 3223645"/>
              <a:gd name="csX4" fmla="*/ 3242511 w 3280745"/>
              <a:gd name="csY4" fmla="*/ 1356925 h 3223645"/>
              <a:gd name="csX5" fmla="*/ 2887244 w 3280745"/>
              <a:gd name="csY5" fmla="*/ 2377572 h 3223645"/>
              <a:gd name="csX6" fmla="*/ 1290751 w 3280745"/>
              <a:gd name="csY6" fmla="*/ 3202673 h 3223645"/>
              <a:gd name="csX7" fmla="*/ 185004 w 3280745"/>
              <a:gd name="csY7" fmla="*/ 2580670 h 3223645"/>
              <a:gd name="csX8" fmla="*/ 11119 w 3280745"/>
              <a:gd name="csY8" fmla="*/ 1495014 h 322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280745" h="3223645">
                <a:moveTo>
                  <a:pt x="11119" y="1495014"/>
                </a:moveTo>
                <a:cubicBezTo>
                  <a:pt x="30053" y="1154004"/>
                  <a:pt x="109783" y="783538"/>
                  <a:pt x="298609" y="534607"/>
                </a:cubicBezTo>
                <a:cubicBezTo>
                  <a:pt x="487435" y="285676"/>
                  <a:pt x="825609" y="22000"/>
                  <a:pt x="1144076" y="1430"/>
                </a:cubicBezTo>
                <a:cubicBezTo>
                  <a:pt x="1462543" y="-19140"/>
                  <a:pt x="1859670" y="185272"/>
                  <a:pt x="2209409" y="411188"/>
                </a:cubicBezTo>
                <a:cubicBezTo>
                  <a:pt x="2559148" y="637104"/>
                  <a:pt x="3129538" y="1029194"/>
                  <a:pt x="3242511" y="1356925"/>
                </a:cubicBezTo>
                <a:cubicBezTo>
                  <a:pt x="3355484" y="1684656"/>
                  <a:pt x="3212537" y="2069947"/>
                  <a:pt x="2887244" y="2377572"/>
                </a:cubicBezTo>
                <a:cubicBezTo>
                  <a:pt x="2561951" y="2685197"/>
                  <a:pt x="1733937" y="3349818"/>
                  <a:pt x="1290751" y="3202673"/>
                </a:cubicBezTo>
                <a:cubicBezTo>
                  <a:pt x="847565" y="3055528"/>
                  <a:pt x="398276" y="2865280"/>
                  <a:pt x="185004" y="2580670"/>
                </a:cubicBezTo>
                <a:cubicBezTo>
                  <a:pt x="-28268" y="2296060"/>
                  <a:pt x="-7815" y="1836024"/>
                  <a:pt x="11119" y="1495014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3193DDEE-180B-F159-D47E-F01A3BE93CF9}"/>
              </a:ext>
            </a:extLst>
          </p:cNvPr>
          <p:cNvSpPr/>
          <p:nvPr/>
        </p:nvSpPr>
        <p:spPr>
          <a:xfrm>
            <a:off x="5542827" y="3258704"/>
            <a:ext cx="1990768" cy="2209593"/>
          </a:xfrm>
          <a:custGeom>
            <a:avLst/>
            <a:gdLst>
              <a:gd name="csX0" fmla="*/ 892732 w 1397235"/>
              <a:gd name="csY0" fmla="*/ 2394993 h 2475440"/>
              <a:gd name="csX1" fmla="*/ 440787 w 1397235"/>
              <a:gd name="csY1" fmla="*/ 2279380 h 2475440"/>
              <a:gd name="csX2" fmla="*/ 9863 w 1397235"/>
              <a:gd name="csY2" fmla="*/ 492621 h 2475440"/>
              <a:gd name="csX3" fmla="*/ 882222 w 1397235"/>
              <a:gd name="csY3" fmla="*/ 93228 h 2475440"/>
              <a:gd name="csX4" fmla="*/ 1397229 w 1397235"/>
              <a:gd name="csY4" fmla="*/ 1974580 h 2475440"/>
              <a:gd name="csX5" fmla="*/ 892732 w 1397235"/>
              <a:gd name="csY5" fmla="*/ 2394993 h 2475440"/>
              <a:gd name="csX0" fmla="*/ 1019360 w 1399232"/>
              <a:gd name="csY0" fmla="*/ 2373973 h 2464635"/>
              <a:gd name="csX1" fmla="*/ 441291 w 1399232"/>
              <a:gd name="csY1" fmla="*/ 2279380 h 2464635"/>
              <a:gd name="csX2" fmla="*/ 10367 w 1399232"/>
              <a:gd name="csY2" fmla="*/ 492621 h 2464635"/>
              <a:gd name="csX3" fmla="*/ 882726 w 1399232"/>
              <a:gd name="csY3" fmla="*/ 93228 h 2464635"/>
              <a:gd name="csX4" fmla="*/ 1397733 w 1399232"/>
              <a:gd name="csY4" fmla="*/ 1974580 h 2464635"/>
              <a:gd name="csX5" fmla="*/ 1019360 w 1399232"/>
              <a:gd name="csY5" fmla="*/ 2373973 h 2464635"/>
              <a:gd name="csX0" fmla="*/ 1026230 w 1406185"/>
              <a:gd name="csY0" fmla="*/ 2368121 h 2369727"/>
              <a:gd name="csX1" fmla="*/ 364078 w 1406185"/>
              <a:gd name="csY1" fmla="*/ 2031790 h 2369727"/>
              <a:gd name="csX2" fmla="*/ 17237 w 1406185"/>
              <a:gd name="csY2" fmla="*/ 486769 h 2369727"/>
              <a:gd name="csX3" fmla="*/ 889596 w 1406185"/>
              <a:gd name="csY3" fmla="*/ 87376 h 2369727"/>
              <a:gd name="csX4" fmla="*/ 1404603 w 1406185"/>
              <a:gd name="csY4" fmla="*/ 1968728 h 2369727"/>
              <a:gd name="csX5" fmla="*/ 1026230 w 1406185"/>
              <a:gd name="csY5" fmla="*/ 2368121 h 2369727"/>
              <a:gd name="csX0" fmla="*/ 1026230 w 1385285"/>
              <a:gd name="csY0" fmla="*/ 2368121 h 2378370"/>
              <a:gd name="csX1" fmla="*/ 364078 w 1385285"/>
              <a:gd name="csY1" fmla="*/ 2031790 h 2378370"/>
              <a:gd name="csX2" fmla="*/ 17237 w 1385285"/>
              <a:gd name="csY2" fmla="*/ 486769 h 2378370"/>
              <a:gd name="csX3" fmla="*/ 889596 w 1385285"/>
              <a:gd name="csY3" fmla="*/ 87376 h 2378370"/>
              <a:gd name="csX4" fmla="*/ 1383583 w 1385285"/>
              <a:gd name="csY4" fmla="*/ 1800563 h 2378370"/>
              <a:gd name="csX5" fmla="*/ 1026230 w 1385285"/>
              <a:gd name="csY5" fmla="*/ 2368121 h 2378370"/>
              <a:gd name="csX0" fmla="*/ 1020655 w 1383055"/>
              <a:gd name="csY0" fmla="*/ 2349922 h 2360171"/>
              <a:gd name="csX1" fmla="*/ 358503 w 1383055"/>
              <a:gd name="csY1" fmla="*/ 2013591 h 2360171"/>
              <a:gd name="csX2" fmla="*/ 11662 w 1383055"/>
              <a:gd name="csY2" fmla="*/ 468570 h 2360171"/>
              <a:gd name="csX3" fmla="*/ 768408 w 1383055"/>
              <a:gd name="csY3" fmla="*/ 90198 h 2360171"/>
              <a:gd name="csX4" fmla="*/ 1378008 w 1383055"/>
              <a:gd name="csY4" fmla="*/ 1782364 h 2360171"/>
              <a:gd name="csX5" fmla="*/ 1020655 w 1383055"/>
              <a:gd name="csY5" fmla="*/ 2349922 h 2360171"/>
              <a:gd name="csX0" fmla="*/ 890789 w 1253189"/>
              <a:gd name="csY0" fmla="*/ 2372832 h 2384630"/>
              <a:gd name="csX1" fmla="*/ 228637 w 1253189"/>
              <a:gd name="csY1" fmla="*/ 2036501 h 2384630"/>
              <a:gd name="csX2" fmla="*/ 18431 w 1253189"/>
              <a:gd name="csY2" fmla="*/ 375866 h 2384630"/>
              <a:gd name="csX3" fmla="*/ 638542 w 1253189"/>
              <a:gd name="csY3" fmla="*/ 113108 h 2384630"/>
              <a:gd name="csX4" fmla="*/ 1248142 w 1253189"/>
              <a:gd name="csY4" fmla="*/ 1805274 h 2384630"/>
              <a:gd name="csX5" fmla="*/ 890789 w 1253189"/>
              <a:gd name="csY5" fmla="*/ 2372832 h 2384630"/>
              <a:gd name="csX0" fmla="*/ 884211 w 1246456"/>
              <a:gd name="csY0" fmla="*/ 2373562 h 2389076"/>
              <a:gd name="csX1" fmla="*/ 274610 w 1246456"/>
              <a:gd name="csY1" fmla="*/ 2058251 h 2389076"/>
              <a:gd name="csX2" fmla="*/ 11853 w 1246456"/>
              <a:gd name="csY2" fmla="*/ 376596 h 2389076"/>
              <a:gd name="csX3" fmla="*/ 631964 w 1246456"/>
              <a:gd name="csY3" fmla="*/ 113838 h 2389076"/>
              <a:gd name="csX4" fmla="*/ 1241564 w 1246456"/>
              <a:gd name="csY4" fmla="*/ 1806004 h 2389076"/>
              <a:gd name="csX5" fmla="*/ 884211 w 1246456"/>
              <a:gd name="csY5" fmla="*/ 2373562 h 2389076"/>
              <a:gd name="csX0" fmla="*/ 884211 w 1215442"/>
              <a:gd name="csY0" fmla="*/ 2373562 h 2381467"/>
              <a:gd name="csX1" fmla="*/ 274610 w 1215442"/>
              <a:gd name="csY1" fmla="*/ 2058251 h 2381467"/>
              <a:gd name="csX2" fmla="*/ 11853 w 1215442"/>
              <a:gd name="csY2" fmla="*/ 376596 h 2381467"/>
              <a:gd name="csX3" fmla="*/ 631964 w 1215442"/>
              <a:gd name="csY3" fmla="*/ 113838 h 2381467"/>
              <a:gd name="csX4" fmla="*/ 1210033 w 1215442"/>
              <a:gd name="csY4" fmla="*/ 1921618 h 2381467"/>
              <a:gd name="csX5" fmla="*/ 884211 w 1215442"/>
              <a:gd name="csY5" fmla="*/ 2373562 h 2381467"/>
              <a:gd name="csX0" fmla="*/ 820661 w 1212128"/>
              <a:gd name="csY0" fmla="*/ 2384072 h 2391139"/>
              <a:gd name="csX1" fmla="*/ 274122 w 1212128"/>
              <a:gd name="csY1" fmla="*/ 2058251 h 2391139"/>
              <a:gd name="csX2" fmla="*/ 11365 w 1212128"/>
              <a:gd name="csY2" fmla="*/ 376596 h 2391139"/>
              <a:gd name="csX3" fmla="*/ 631476 w 1212128"/>
              <a:gd name="csY3" fmla="*/ 113838 h 2391139"/>
              <a:gd name="csX4" fmla="*/ 1209545 w 1212128"/>
              <a:gd name="csY4" fmla="*/ 1921618 h 2391139"/>
              <a:gd name="csX5" fmla="*/ 820661 w 1212128"/>
              <a:gd name="csY5" fmla="*/ 2384072 h 2391139"/>
              <a:gd name="csX0" fmla="*/ 826706 w 1216032"/>
              <a:gd name="csY0" fmla="*/ 2375776 h 2382843"/>
              <a:gd name="csX1" fmla="*/ 280167 w 1216032"/>
              <a:gd name="csY1" fmla="*/ 2049955 h 2382843"/>
              <a:gd name="csX2" fmla="*/ 17410 w 1216032"/>
              <a:gd name="csY2" fmla="*/ 368300 h 2382843"/>
              <a:gd name="csX3" fmla="*/ 753135 w 1216032"/>
              <a:gd name="csY3" fmla="*/ 116053 h 2382843"/>
              <a:gd name="csX4" fmla="*/ 1215590 w 1216032"/>
              <a:gd name="csY4" fmla="*/ 1913322 h 2382843"/>
              <a:gd name="csX5" fmla="*/ 826706 w 1216032"/>
              <a:gd name="csY5" fmla="*/ 2375776 h 2382843"/>
              <a:gd name="csX0" fmla="*/ 823883 w 1213993"/>
              <a:gd name="csY0" fmla="*/ 2335451 h 2342518"/>
              <a:gd name="csX1" fmla="*/ 277344 w 1213993"/>
              <a:gd name="csY1" fmla="*/ 2009630 h 2342518"/>
              <a:gd name="csX2" fmla="*/ 14587 w 1213993"/>
              <a:gd name="csY2" fmla="*/ 327975 h 2342518"/>
              <a:gd name="csX3" fmla="*/ 697760 w 1213993"/>
              <a:gd name="csY3" fmla="*/ 128280 h 2342518"/>
              <a:gd name="csX4" fmla="*/ 1212767 w 1213993"/>
              <a:gd name="csY4" fmla="*/ 1872997 h 2342518"/>
              <a:gd name="csX5" fmla="*/ 823883 w 1213993"/>
              <a:gd name="csY5" fmla="*/ 2335451 h 2342518"/>
              <a:gd name="csX0" fmla="*/ 1591986 w 1983930"/>
              <a:gd name="csY0" fmla="*/ 2328870 h 2329022"/>
              <a:gd name="csX1" fmla="*/ 18031 w 1983930"/>
              <a:gd name="csY1" fmla="*/ 1838663 h 2329022"/>
              <a:gd name="csX2" fmla="*/ 782690 w 1983930"/>
              <a:gd name="csY2" fmla="*/ 321394 h 2329022"/>
              <a:gd name="csX3" fmla="*/ 1465863 w 1983930"/>
              <a:gd name="csY3" fmla="*/ 121699 h 2329022"/>
              <a:gd name="csX4" fmla="*/ 1980870 w 1983930"/>
              <a:gd name="csY4" fmla="*/ 1866416 h 2329022"/>
              <a:gd name="csX5" fmla="*/ 1591986 w 1983930"/>
              <a:gd name="csY5" fmla="*/ 2328870 h 2329022"/>
              <a:gd name="csX0" fmla="*/ 1603732 w 1995676"/>
              <a:gd name="csY0" fmla="*/ 2286033 h 2286185"/>
              <a:gd name="csX1" fmla="*/ 29777 w 1995676"/>
              <a:gd name="csY1" fmla="*/ 1795826 h 2286185"/>
              <a:gd name="csX2" fmla="*/ 640323 w 1995676"/>
              <a:gd name="csY2" fmla="*/ 504588 h 2286185"/>
              <a:gd name="csX3" fmla="*/ 1477609 w 1995676"/>
              <a:gd name="csY3" fmla="*/ 78862 h 2286185"/>
              <a:gd name="csX4" fmla="*/ 1992616 w 1995676"/>
              <a:gd name="csY4" fmla="*/ 1823579 h 2286185"/>
              <a:gd name="csX5" fmla="*/ 1603732 w 1995676"/>
              <a:gd name="csY5" fmla="*/ 2286033 h 2286185"/>
              <a:gd name="csX0" fmla="*/ 1604948 w 1994063"/>
              <a:gd name="csY0" fmla="*/ 2178664 h 2178792"/>
              <a:gd name="csX1" fmla="*/ 30993 w 1994063"/>
              <a:gd name="csY1" fmla="*/ 1688457 h 2178792"/>
              <a:gd name="csX2" fmla="*/ 641539 w 1994063"/>
              <a:gd name="csY2" fmla="*/ 397219 h 2178792"/>
              <a:gd name="csX3" fmla="*/ 1643211 w 1994063"/>
              <a:gd name="csY3" fmla="*/ 94783 h 2178792"/>
              <a:gd name="csX4" fmla="*/ 1993832 w 1994063"/>
              <a:gd name="csY4" fmla="*/ 1716210 h 2178792"/>
              <a:gd name="csX5" fmla="*/ 1604948 w 1994063"/>
              <a:gd name="csY5" fmla="*/ 2178664 h 2178792"/>
              <a:gd name="csX0" fmla="*/ 1454149 w 1990768"/>
              <a:gd name="csY0" fmla="*/ 2209487 h 2209593"/>
              <a:gd name="csX1" fmla="*/ 24032 w 1990768"/>
              <a:gd name="csY1" fmla="*/ 1688457 h 2209593"/>
              <a:gd name="csX2" fmla="*/ 634578 w 1990768"/>
              <a:gd name="csY2" fmla="*/ 397219 h 2209593"/>
              <a:gd name="csX3" fmla="*/ 1636250 w 1990768"/>
              <a:gd name="csY3" fmla="*/ 94783 h 2209593"/>
              <a:gd name="csX4" fmla="*/ 1986871 w 1990768"/>
              <a:gd name="csY4" fmla="*/ 1716210 h 2209593"/>
              <a:gd name="csX5" fmla="*/ 1454149 w 1990768"/>
              <a:gd name="csY5" fmla="*/ 2209487 h 2209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990768" h="2209593">
                <a:moveTo>
                  <a:pt x="1454149" y="2209487"/>
                </a:moveTo>
                <a:cubicBezTo>
                  <a:pt x="1127009" y="2204862"/>
                  <a:pt x="160627" y="1990502"/>
                  <a:pt x="24032" y="1688457"/>
                </a:cubicBezTo>
                <a:cubicBezTo>
                  <a:pt x="-112563" y="1386412"/>
                  <a:pt x="365875" y="662831"/>
                  <a:pt x="634578" y="397219"/>
                </a:cubicBezTo>
                <a:cubicBezTo>
                  <a:pt x="903281" y="131607"/>
                  <a:pt x="1405022" y="-152210"/>
                  <a:pt x="1636250" y="94783"/>
                </a:cubicBezTo>
                <a:cubicBezTo>
                  <a:pt x="1867478" y="341776"/>
                  <a:pt x="2017221" y="1363759"/>
                  <a:pt x="1986871" y="1716210"/>
                </a:cubicBezTo>
                <a:cubicBezTo>
                  <a:pt x="1956521" y="2068661"/>
                  <a:pt x="1781289" y="2214112"/>
                  <a:pt x="1454149" y="2209487"/>
                </a:cubicBezTo>
                <a:close/>
              </a:path>
            </a:pathLst>
          </a:custGeom>
          <a:noFill/>
          <a:ln w="28575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7EFE5-8898-C7BA-1422-2BF58308980E}"/>
              </a:ext>
            </a:extLst>
          </p:cNvPr>
          <p:cNvSpPr txBox="1"/>
          <p:nvPr/>
        </p:nvSpPr>
        <p:spPr>
          <a:xfrm>
            <a:off x="7987295" y="4450040"/>
            <a:ext cx="379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Higher modularity</a:t>
            </a:r>
            <a:r>
              <a:rPr lang="en-US" i="1" dirty="0"/>
              <a:t> tell us that this network has </a:t>
            </a:r>
            <a:r>
              <a:rPr lang="en-US" b="1" i="1" dirty="0"/>
              <a:t>clusters</a:t>
            </a:r>
            <a:r>
              <a:rPr lang="en-US" i="1" dirty="0"/>
              <a:t> that are </a:t>
            </a:r>
            <a:r>
              <a:rPr lang="en-US" b="1" i="1" dirty="0"/>
              <a:t>more connected to each other</a:t>
            </a:r>
          </a:p>
          <a:p>
            <a:endParaRPr lang="en-US" b="1" i="1" dirty="0"/>
          </a:p>
          <a:p>
            <a:r>
              <a:rPr lang="en-US" b="1" i="1" dirty="0"/>
              <a:t>Higher modularity </a:t>
            </a:r>
            <a:r>
              <a:rPr lang="en-US" i="1" dirty="0"/>
              <a:t>also implies achieving a </a:t>
            </a:r>
            <a:r>
              <a:rPr lang="en-US" b="1" i="1" dirty="0"/>
              <a:t>better partition</a:t>
            </a:r>
          </a:p>
        </p:txBody>
      </p:sp>
      <p:cxnSp>
        <p:nvCxnSpPr>
          <p:cNvPr id="30" name="!!d6">
            <a:extLst>
              <a:ext uri="{FF2B5EF4-FFF2-40B4-BE49-F238E27FC236}">
                <a16:creationId xmlns:a16="http://schemas.microsoft.com/office/drawing/2014/main" id="{3F5C0681-CA17-2E0C-F6B6-49DE368FEDBE}"/>
              </a:ext>
            </a:extLst>
          </p:cNvPr>
          <p:cNvCxnSpPr>
            <a:cxnSpLocks/>
          </p:cNvCxnSpPr>
          <p:nvPr/>
        </p:nvCxnSpPr>
        <p:spPr>
          <a:xfrm flipH="1" flipV="1">
            <a:off x="3754783" y="4146836"/>
            <a:ext cx="20113" cy="140538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!!d6">
            <a:extLst>
              <a:ext uri="{FF2B5EF4-FFF2-40B4-BE49-F238E27FC236}">
                <a16:creationId xmlns:a16="http://schemas.microsoft.com/office/drawing/2014/main" id="{95E7C1BA-2D86-37FA-2FAB-42FD82CBFB38}"/>
              </a:ext>
            </a:extLst>
          </p:cNvPr>
          <p:cNvCxnSpPr>
            <a:cxnSpLocks/>
          </p:cNvCxnSpPr>
          <p:nvPr/>
        </p:nvCxnSpPr>
        <p:spPr>
          <a:xfrm flipV="1">
            <a:off x="1558558" y="5552219"/>
            <a:ext cx="2208552" cy="2629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!!d6">
            <a:extLst>
              <a:ext uri="{FF2B5EF4-FFF2-40B4-BE49-F238E27FC236}">
                <a16:creationId xmlns:a16="http://schemas.microsoft.com/office/drawing/2014/main" id="{3D95EA06-AE60-3F8D-4843-A95149BE4CE9}"/>
              </a:ext>
            </a:extLst>
          </p:cNvPr>
          <p:cNvCxnSpPr>
            <a:cxnSpLocks/>
          </p:cNvCxnSpPr>
          <p:nvPr/>
        </p:nvCxnSpPr>
        <p:spPr>
          <a:xfrm>
            <a:off x="1484463" y="4138410"/>
            <a:ext cx="2290433" cy="140801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!!d6">
            <a:extLst>
              <a:ext uri="{FF2B5EF4-FFF2-40B4-BE49-F238E27FC236}">
                <a16:creationId xmlns:a16="http://schemas.microsoft.com/office/drawing/2014/main" id="{4CDDD444-0444-98AD-BDF3-22978DEB8777}"/>
              </a:ext>
            </a:extLst>
          </p:cNvPr>
          <p:cNvCxnSpPr>
            <a:cxnSpLocks/>
          </p:cNvCxnSpPr>
          <p:nvPr/>
        </p:nvCxnSpPr>
        <p:spPr>
          <a:xfrm flipH="1">
            <a:off x="1579692" y="4146886"/>
            <a:ext cx="2133295" cy="143162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!!d2">
            <a:extLst>
              <a:ext uri="{FF2B5EF4-FFF2-40B4-BE49-F238E27FC236}">
                <a16:creationId xmlns:a16="http://schemas.microsoft.com/office/drawing/2014/main" id="{6522BBF3-5DB5-EC83-0A69-E3D238CFA490}"/>
              </a:ext>
            </a:extLst>
          </p:cNvPr>
          <p:cNvCxnSpPr>
            <a:cxnSpLocks/>
          </p:cNvCxnSpPr>
          <p:nvPr/>
        </p:nvCxnSpPr>
        <p:spPr>
          <a:xfrm>
            <a:off x="3712987" y="4177334"/>
            <a:ext cx="1178597" cy="60298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!!d2">
            <a:extLst>
              <a:ext uri="{FF2B5EF4-FFF2-40B4-BE49-F238E27FC236}">
                <a16:creationId xmlns:a16="http://schemas.microsoft.com/office/drawing/2014/main" id="{4644563E-0F0B-E3FD-4B1C-F8B23D0D12EE}"/>
              </a:ext>
            </a:extLst>
          </p:cNvPr>
          <p:cNvCxnSpPr>
            <a:cxnSpLocks/>
          </p:cNvCxnSpPr>
          <p:nvPr/>
        </p:nvCxnSpPr>
        <p:spPr>
          <a:xfrm flipV="1">
            <a:off x="3772111" y="4803002"/>
            <a:ext cx="1115031" cy="74768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!!d9">
            <a:extLst>
              <a:ext uri="{FF2B5EF4-FFF2-40B4-BE49-F238E27FC236}">
                <a16:creationId xmlns:a16="http://schemas.microsoft.com/office/drawing/2014/main" id="{7AE83B17-B80B-5F6D-89AD-5DC2C8349486}"/>
              </a:ext>
            </a:extLst>
          </p:cNvPr>
          <p:cNvCxnSpPr>
            <a:cxnSpLocks/>
          </p:cNvCxnSpPr>
          <p:nvPr/>
        </p:nvCxnSpPr>
        <p:spPr>
          <a:xfrm flipV="1">
            <a:off x="4921873" y="4755755"/>
            <a:ext cx="1035933" cy="3442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u4">
            <a:extLst>
              <a:ext uri="{FF2B5EF4-FFF2-40B4-BE49-F238E27FC236}">
                <a16:creationId xmlns:a16="http://schemas.microsoft.com/office/drawing/2014/main" id="{DE95F188-06CB-4CB4-AA2C-07A5A66B1BC8}"/>
              </a:ext>
            </a:extLst>
          </p:cNvPr>
          <p:cNvSpPr/>
          <p:nvPr/>
        </p:nvSpPr>
        <p:spPr>
          <a:xfrm>
            <a:off x="3411736" y="3870900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u3">
            <a:extLst>
              <a:ext uri="{FF2B5EF4-FFF2-40B4-BE49-F238E27FC236}">
                <a16:creationId xmlns:a16="http://schemas.microsoft.com/office/drawing/2014/main" id="{64E92431-CB43-86BA-F11C-91CED6296A2E}"/>
              </a:ext>
            </a:extLst>
          </p:cNvPr>
          <p:cNvSpPr/>
          <p:nvPr/>
        </p:nvSpPr>
        <p:spPr>
          <a:xfrm>
            <a:off x="1271202" y="524184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!!u6">
            <a:extLst>
              <a:ext uri="{FF2B5EF4-FFF2-40B4-BE49-F238E27FC236}">
                <a16:creationId xmlns:a16="http://schemas.microsoft.com/office/drawing/2014/main" id="{2E260039-FE08-BA99-874E-4EE0D129F7DB}"/>
              </a:ext>
            </a:extLst>
          </p:cNvPr>
          <p:cNvSpPr/>
          <p:nvPr/>
        </p:nvSpPr>
        <p:spPr>
          <a:xfrm>
            <a:off x="3454138" y="5254681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u7">
            <a:extLst>
              <a:ext uri="{FF2B5EF4-FFF2-40B4-BE49-F238E27FC236}">
                <a16:creationId xmlns:a16="http://schemas.microsoft.com/office/drawing/2014/main" id="{55123491-2917-5E8F-2507-AF58377DA9CF}"/>
              </a:ext>
            </a:extLst>
          </p:cNvPr>
          <p:cNvSpPr/>
          <p:nvPr/>
        </p:nvSpPr>
        <p:spPr>
          <a:xfrm>
            <a:off x="6546934" y="3481442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!!u5">
            <a:extLst>
              <a:ext uri="{FF2B5EF4-FFF2-40B4-BE49-F238E27FC236}">
                <a16:creationId xmlns:a16="http://schemas.microsoft.com/office/drawing/2014/main" id="{2D0E9DAA-0CEF-612F-41F0-F016A845F5FD}"/>
              </a:ext>
            </a:extLst>
          </p:cNvPr>
          <p:cNvSpPr/>
          <p:nvPr/>
        </p:nvSpPr>
        <p:spPr>
          <a:xfrm>
            <a:off x="6773302" y="4719630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u1">
            <a:extLst>
              <a:ext uri="{FF2B5EF4-FFF2-40B4-BE49-F238E27FC236}">
                <a16:creationId xmlns:a16="http://schemas.microsoft.com/office/drawing/2014/main" id="{BCE96A84-2A33-729F-FF91-ED1634840C9E}"/>
              </a:ext>
            </a:extLst>
          </p:cNvPr>
          <p:cNvSpPr/>
          <p:nvPr/>
        </p:nvSpPr>
        <p:spPr>
          <a:xfrm>
            <a:off x="2314422" y="3160164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!!u2">
            <a:extLst>
              <a:ext uri="{FF2B5EF4-FFF2-40B4-BE49-F238E27FC236}">
                <a16:creationId xmlns:a16="http://schemas.microsoft.com/office/drawing/2014/main" id="{69D49427-449D-3C76-68E4-1961E980C9F2}"/>
              </a:ext>
            </a:extLst>
          </p:cNvPr>
          <p:cNvSpPr/>
          <p:nvPr/>
        </p:nvSpPr>
        <p:spPr>
          <a:xfrm>
            <a:off x="1191427" y="3835040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!!u1">
            <a:extLst>
              <a:ext uri="{FF2B5EF4-FFF2-40B4-BE49-F238E27FC236}">
                <a16:creationId xmlns:a16="http://schemas.microsoft.com/office/drawing/2014/main" id="{2712B973-E025-FDF5-9BC0-3B4132DB487B}"/>
              </a:ext>
            </a:extLst>
          </p:cNvPr>
          <p:cNvSpPr/>
          <p:nvPr/>
        </p:nvSpPr>
        <p:spPr>
          <a:xfrm>
            <a:off x="2444960" y="5814032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!!u4">
            <a:extLst>
              <a:ext uri="{FF2B5EF4-FFF2-40B4-BE49-F238E27FC236}">
                <a16:creationId xmlns:a16="http://schemas.microsoft.com/office/drawing/2014/main" id="{D77B28A6-114B-FBDE-443A-5FA8B05D248B}"/>
              </a:ext>
            </a:extLst>
          </p:cNvPr>
          <p:cNvSpPr/>
          <p:nvPr/>
        </p:nvSpPr>
        <p:spPr>
          <a:xfrm>
            <a:off x="4585891" y="4437543"/>
            <a:ext cx="602503" cy="602503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!!u5">
            <a:extLst>
              <a:ext uri="{FF2B5EF4-FFF2-40B4-BE49-F238E27FC236}">
                <a16:creationId xmlns:a16="http://schemas.microsoft.com/office/drawing/2014/main" id="{C2A5B79F-6421-50BE-60D5-FC288E532684}"/>
              </a:ext>
            </a:extLst>
          </p:cNvPr>
          <p:cNvSpPr/>
          <p:nvPr/>
        </p:nvSpPr>
        <p:spPr>
          <a:xfrm>
            <a:off x="5675700" y="4418379"/>
            <a:ext cx="602502" cy="602502"/>
          </a:xfrm>
          <a:prstGeom prst="ellipse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665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94389-95EF-F795-226E-4C89BBB7C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8CBEC88-83AF-9ECB-D930-04CEBA55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Microbial Association Networks (MANs)</a:t>
            </a:r>
          </a:p>
        </p:txBody>
      </p:sp>
      <p:sp>
        <p:nvSpPr>
          <p:cNvPr id="25" name="!!text1">
            <a:extLst>
              <a:ext uri="{FF2B5EF4-FFF2-40B4-BE49-F238E27FC236}">
                <a16:creationId xmlns:a16="http://schemas.microsoft.com/office/drawing/2014/main" id="{17E14471-90F5-4B9E-3F25-CEF36DAD3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00460"/>
          </a:xfrm>
        </p:spPr>
        <p:txBody>
          <a:bodyPr/>
          <a:lstStyle/>
          <a:p>
            <a:r>
              <a:rPr lang="en-US" b="1" dirty="0"/>
              <a:t>MAN: </a:t>
            </a:r>
            <a:r>
              <a:rPr lang="en-US" dirty="0"/>
              <a:t>Weighted and undirected network, where nodes are microbes and edges indicate </a:t>
            </a:r>
            <a:r>
              <a:rPr lang="en-US" b="1" dirty="0"/>
              <a:t>co-presence</a:t>
            </a:r>
            <a:r>
              <a:rPr lang="en-US" dirty="0"/>
              <a:t> or </a:t>
            </a:r>
            <a:r>
              <a:rPr lang="en-US" b="1" dirty="0"/>
              <a:t>mutual exclusion</a:t>
            </a:r>
            <a:r>
              <a:rPr lang="en-US" dirty="0"/>
              <a:t> abundance patterns across samples. </a:t>
            </a:r>
          </a:p>
          <a:p>
            <a:endParaRPr lang="en-US" b="1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BE4B1A0-8BEB-1A85-6377-32CE05D587A7}"/>
              </a:ext>
            </a:extLst>
          </p:cNvPr>
          <p:cNvGrpSpPr/>
          <p:nvPr/>
        </p:nvGrpSpPr>
        <p:grpSpPr>
          <a:xfrm>
            <a:off x="5950442" y="3631916"/>
            <a:ext cx="1281218" cy="1021224"/>
            <a:chOff x="5339061" y="3118898"/>
            <a:chExt cx="1882174" cy="1500230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13ACF557-44EB-C38A-D799-187DA043EF79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7FC68F8E-CE99-0AD0-BC6C-79B69C29D2C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5230A93-62D4-04D4-9040-F48145EC856D}"/>
              </a:ext>
            </a:extLst>
          </p:cNvPr>
          <p:cNvGrpSpPr/>
          <p:nvPr/>
        </p:nvGrpSpPr>
        <p:grpSpPr>
          <a:xfrm>
            <a:off x="6134590" y="3825080"/>
            <a:ext cx="1281218" cy="1021224"/>
            <a:chOff x="5339061" y="3118898"/>
            <a:chExt cx="1882174" cy="150023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9E8CEA78-78B7-6465-459B-DCF647C71DC9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7690F250-CFD5-6D5B-8EB1-21F028977EF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DD1E785-DBBE-8BD0-87AB-FFC4C714E04F}"/>
              </a:ext>
            </a:extLst>
          </p:cNvPr>
          <p:cNvGrpSpPr/>
          <p:nvPr/>
        </p:nvGrpSpPr>
        <p:grpSpPr>
          <a:xfrm>
            <a:off x="6310955" y="4000181"/>
            <a:ext cx="1281218" cy="1021224"/>
            <a:chOff x="5339061" y="3118898"/>
            <a:chExt cx="1882174" cy="1500230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53461BFF-F713-5C1A-79A8-57ECD1CADDC7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866BEAE8-B2E5-3034-CE06-95F87DA7416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02F150D-7F57-464C-6D78-D56573628D15}"/>
              </a:ext>
            </a:extLst>
          </p:cNvPr>
          <p:cNvGrpSpPr/>
          <p:nvPr/>
        </p:nvGrpSpPr>
        <p:grpSpPr>
          <a:xfrm>
            <a:off x="6496231" y="4187672"/>
            <a:ext cx="1281218" cy="1021224"/>
            <a:chOff x="5339061" y="3118898"/>
            <a:chExt cx="1882174" cy="1500230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FC53ED26-D52F-FFDB-2C8E-9E6C1EDE045A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15BE86E1-299C-604B-DEB0-E325B744168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736C13AD-CC56-7794-8F61-C8836357AC2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 l="14737" t="14729" r="66719" b="72148"/>
          <a:stretch>
            <a:fillRect/>
          </a:stretch>
        </p:blipFill>
        <p:spPr>
          <a:xfrm>
            <a:off x="3344136" y="4250987"/>
            <a:ext cx="2268177" cy="1123554"/>
          </a:xfrm>
          <a:prstGeom prst="rect">
            <a:avLst/>
          </a:prstGeom>
        </p:spPr>
      </p:pic>
      <p:sp>
        <p:nvSpPr>
          <p:cNvPr id="70" name="Arc 69">
            <a:extLst>
              <a:ext uri="{FF2B5EF4-FFF2-40B4-BE49-F238E27FC236}">
                <a16:creationId xmlns:a16="http://schemas.microsoft.com/office/drawing/2014/main" id="{6FD5CEDE-F23C-41F4-513D-17D799465419}"/>
              </a:ext>
            </a:extLst>
          </p:cNvPr>
          <p:cNvSpPr/>
          <p:nvPr/>
        </p:nvSpPr>
        <p:spPr>
          <a:xfrm rot="18000000">
            <a:off x="5263388" y="4239871"/>
            <a:ext cx="828376" cy="873809"/>
          </a:xfrm>
          <a:prstGeom prst="arc">
            <a:avLst>
              <a:gd name="adj1" fmla="val 15687902"/>
              <a:gd name="adj2" fmla="val 20757448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C6F30B-01DA-2AD7-4113-802D45FD5E0B}"/>
              </a:ext>
            </a:extLst>
          </p:cNvPr>
          <p:cNvSpPr txBox="1"/>
          <p:nvPr/>
        </p:nvSpPr>
        <p:spPr>
          <a:xfrm>
            <a:off x="4075718" y="5222221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Biome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83F660-F213-30C2-AFEF-2EC62560E888}"/>
              </a:ext>
            </a:extLst>
          </p:cNvPr>
          <p:cNvSpPr txBox="1"/>
          <p:nvPr/>
        </p:nvSpPr>
        <p:spPr>
          <a:xfrm>
            <a:off x="6547546" y="5213074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Samples</a:t>
            </a:r>
          </a:p>
        </p:txBody>
      </p:sp>
    </p:spTree>
    <p:extLst>
      <p:ext uri="{BB962C8B-B14F-4D97-AF65-F5344CB8AC3E}">
        <p14:creationId xmlns:p14="http://schemas.microsoft.com/office/powerpoint/2010/main" val="587493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8D141-EA9D-5FE4-37B9-24E98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6934C9D0-ADED-1BF2-974E-648A36D5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Microbial Association Networks (MANs)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DD34EEF-3556-DC43-1C07-015BE6A986D0}"/>
              </a:ext>
            </a:extLst>
          </p:cNvPr>
          <p:cNvGrpSpPr/>
          <p:nvPr/>
        </p:nvGrpSpPr>
        <p:grpSpPr>
          <a:xfrm>
            <a:off x="-1606834" y="3183006"/>
            <a:ext cx="1281218" cy="1021224"/>
            <a:chOff x="5339061" y="3118898"/>
            <a:chExt cx="1882174" cy="1500230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B65ACA67-5319-5DE9-CCB0-487056EF3672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E3EB5060-334B-6C27-0B96-2B932CC2E3F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36D34A7-BDC3-4F47-1A51-6BD15839E796}"/>
              </a:ext>
            </a:extLst>
          </p:cNvPr>
          <p:cNvGrpSpPr/>
          <p:nvPr/>
        </p:nvGrpSpPr>
        <p:grpSpPr>
          <a:xfrm>
            <a:off x="2886173" y="3016252"/>
            <a:ext cx="2484771" cy="1980544"/>
            <a:chOff x="5339061" y="3118898"/>
            <a:chExt cx="1882174" cy="150023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C630DA46-2713-ABE9-863F-0840FD60E0D9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DBBCACDF-1871-3A60-A2B0-CCC5295E151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32DE366-5C27-4FE7-7E1D-EE0B7E114644}"/>
              </a:ext>
            </a:extLst>
          </p:cNvPr>
          <p:cNvGrpSpPr/>
          <p:nvPr/>
        </p:nvGrpSpPr>
        <p:grpSpPr>
          <a:xfrm>
            <a:off x="2818461" y="7195944"/>
            <a:ext cx="1281218" cy="1021224"/>
            <a:chOff x="5339061" y="3118898"/>
            <a:chExt cx="1882174" cy="1500230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61B02E0C-8D01-D6E9-5E39-520605BD207E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C3284E8-9039-A694-8722-B80470CA630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95FA0B1-04C4-68B6-13A3-3870C09A221D}"/>
              </a:ext>
            </a:extLst>
          </p:cNvPr>
          <p:cNvGrpSpPr/>
          <p:nvPr/>
        </p:nvGrpSpPr>
        <p:grpSpPr>
          <a:xfrm>
            <a:off x="4441282" y="7464800"/>
            <a:ext cx="1281218" cy="1021224"/>
            <a:chOff x="5339061" y="3118898"/>
            <a:chExt cx="1882174" cy="1500230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3EBFE2D2-CB44-FF7C-672D-D7D9EB51D20A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0A20A12A-07F4-B751-09F1-95394242EF4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7CA0D418-B73F-58D2-EEEA-FA4057E5407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 l="14737" t="14729" r="66719" b="72148"/>
          <a:stretch>
            <a:fillRect/>
          </a:stretch>
        </p:blipFill>
        <p:spPr>
          <a:xfrm>
            <a:off x="-3215690" y="4651297"/>
            <a:ext cx="2268177" cy="1123554"/>
          </a:xfrm>
          <a:prstGeom prst="rect">
            <a:avLst/>
          </a:prstGeom>
        </p:spPr>
      </p:pic>
      <p:sp>
        <p:nvSpPr>
          <p:cNvPr id="70" name="Arc 69">
            <a:extLst>
              <a:ext uri="{FF2B5EF4-FFF2-40B4-BE49-F238E27FC236}">
                <a16:creationId xmlns:a16="http://schemas.microsoft.com/office/drawing/2014/main" id="{0F8314E8-DA66-966A-AA5D-B6A4DA8264F8}"/>
              </a:ext>
            </a:extLst>
          </p:cNvPr>
          <p:cNvSpPr/>
          <p:nvPr/>
        </p:nvSpPr>
        <p:spPr>
          <a:xfrm rot="18000000">
            <a:off x="-1296438" y="4640181"/>
            <a:ext cx="828376" cy="873809"/>
          </a:xfrm>
          <a:prstGeom prst="arc">
            <a:avLst>
              <a:gd name="adj1" fmla="val 15687902"/>
              <a:gd name="adj2" fmla="val 20757448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0CFFA0-D534-5F2E-E36E-0A01F3EBAE27}"/>
              </a:ext>
            </a:extLst>
          </p:cNvPr>
          <p:cNvSpPr txBox="1"/>
          <p:nvPr/>
        </p:nvSpPr>
        <p:spPr>
          <a:xfrm>
            <a:off x="-2484108" y="5622531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Biome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6FDFBFE-6839-5E1D-65C8-45A9540068C7}"/>
              </a:ext>
            </a:extLst>
          </p:cNvPr>
          <p:cNvSpPr txBox="1"/>
          <p:nvPr/>
        </p:nvSpPr>
        <p:spPr>
          <a:xfrm>
            <a:off x="7211044" y="760608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Samples</a:t>
            </a:r>
          </a:p>
        </p:txBody>
      </p:sp>
      <p:sp>
        <p:nvSpPr>
          <p:cNvPr id="4" name="!!text1">
            <a:extLst>
              <a:ext uri="{FF2B5EF4-FFF2-40B4-BE49-F238E27FC236}">
                <a16:creationId xmlns:a16="http://schemas.microsoft.com/office/drawing/2014/main" id="{E82D6BCE-3709-67F3-0110-1FFB122DB064}"/>
              </a:ext>
            </a:extLst>
          </p:cNvPr>
          <p:cNvSpPr txBox="1">
            <a:spLocks/>
          </p:cNvSpPr>
          <p:nvPr/>
        </p:nvSpPr>
        <p:spPr>
          <a:xfrm>
            <a:off x="838200" y="1481283"/>
            <a:ext cx="6089072" cy="4188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/>
              <a:t>MAN: </a:t>
            </a:r>
            <a:r>
              <a:rPr lang="en-US" sz="1600"/>
              <a:t>Weighted and undirected network, where nodes are microbes and edges indicate </a:t>
            </a:r>
            <a:r>
              <a:rPr lang="en-US" sz="1600" b="1"/>
              <a:t>co-presence</a:t>
            </a:r>
            <a:r>
              <a:rPr lang="en-US" sz="1600"/>
              <a:t> or </a:t>
            </a:r>
            <a:r>
              <a:rPr lang="en-US" sz="1600" b="1"/>
              <a:t>mutual exclusion</a:t>
            </a:r>
            <a:r>
              <a:rPr lang="en-US" sz="1600"/>
              <a:t> abundance patterns across samples. </a:t>
            </a:r>
          </a:p>
          <a:p>
            <a:endParaRPr lang="en-US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9A491-E5A6-342C-A1E4-C55148E4012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61374"/>
          <a:stretch>
            <a:fillRect/>
          </a:stretch>
        </p:blipFill>
        <p:spPr>
          <a:xfrm>
            <a:off x="5722500" y="3319300"/>
            <a:ext cx="3829907" cy="972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480EA2-64E4-030A-B84C-E33ADDA7791C}"/>
              </a:ext>
            </a:extLst>
          </p:cNvPr>
          <p:cNvSpPr txBox="1"/>
          <p:nvPr/>
        </p:nvSpPr>
        <p:spPr>
          <a:xfrm>
            <a:off x="6420827" y="4346091"/>
            <a:ext cx="2638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Taxa counts for sample 1</a:t>
            </a:r>
          </a:p>
        </p:txBody>
      </p:sp>
    </p:spTree>
    <p:extLst>
      <p:ext uri="{BB962C8B-B14F-4D97-AF65-F5344CB8AC3E}">
        <p14:creationId xmlns:p14="http://schemas.microsoft.com/office/powerpoint/2010/main" val="4196777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5BE68-8C5F-1236-287C-56142EFDF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4FB45E6-F4DB-28A1-500C-DA4709B6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Microbial Association Networks (MANs)</a:t>
            </a:r>
          </a:p>
        </p:txBody>
      </p:sp>
      <p:sp>
        <p:nvSpPr>
          <p:cNvPr id="25" name="!!text1">
            <a:extLst>
              <a:ext uri="{FF2B5EF4-FFF2-40B4-BE49-F238E27FC236}">
                <a16:creationId xmlns:a16="http://schemas.microsoft.com/office/drawing/2014/main" id="{61AC5F1D-0934-25D0-8369-BCC789AF2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283"/>
            <a:ext cx="6089072" cy="418811"/>
          </a:xfrm>
        </p:spPr>
        <p:txBody>
          <a:bodyPr>
            <a:noAutofit/>
          </a:bodyPr>
          <a:lstStyle/>
          <a:p>
            <a:r>
              <a:rPr lang="en-US" sz="1600" b="1" dirty="0"/>
              <a:t>MAN: </a:t>
            </a:r>
            <a:r>
              <a:rPr lang="en-US" sz="1600" dirty="0"/>
              <a:t>Weighted and undirected network, where nodes are microbes and edges indicate </a:t>
            </a:r>
            <a:r>
              <a:rPr lang="en-US" sz="1600" b="1" dirty="0"/>
              <a:t>co-presence</a:t>
            </a:r>
            <a:r>
              <a:rPr lang="en-US" sz="1600" dirty="0"/>
              <a:t> or </a:t>
            </a:r>
            <a:r>
              <a:rPr lang="en-US" sz="1600" b="1" dirty="0"/>
              <a:t>mutual exclusion</a:t>
            </a:r>
            <a:r>
              <a:rPr lang="en-US" sz="1600" dirty="0"/>
              <a:t> abundance patterns across samples. </a:t>
            </a:r>
          </a:p>
          <a:p>
            <a:endParaRPr lang="en-US" sz="1600" b="1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E08C263-7B22-0E72-C489-405DAEDD3B22}"/>
              </a:ext>
            </a:extLst>
          </p:cNvPr>
          <p:cNvGrpSpPr/>
          <p:nvPr/>
        </p:nvGrpSpPr>
        <p:grpSpPr>
          <a:xfrm>
            <a:off x="2939684" y="3364278"/>
            <a:ext cx="1827541" cy="1456683"/>
            <a:chOff x="5339061" y="3118898"/>
            <a:chExt cx="1882174" cy="1500230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C7BAD4A7-35C4-F99A-089F-00517117F002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6DDE796-F970-9DD5-46EB-57FEDB4CEBC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5762B27-C69A-08A6-65C0-B403470B4594}"/>
              </a:ext>
            </a:extLst>
          </p:cNvPr>
          <p:cNvGrpSpPr/>
          <p:nvPr/>
        </p:nvGrpSpPr>
        <p:grpSpPr>
          <a:xfrm>
            <a:off x="3123832" y="3557442"/>
            <a:ext cx="1827541" cy="1456683"/>
            <a:chOff x="5339061" y="3118898"/>
            <a:chExt cx="1882174" cy="150023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FCDA7F6C-1DF5-4F13-2C39-0CFB2D6DC2DF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14B15EA-E5A9-E453-76BA-C20EA5BF997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EAA75BB-FCC2-C708-88D2-F1023125AC4D}"/>
              </a:ext>
            </a:extLst>
          </p:cNvPr>
          <p:cNvGrpSpPr/>
          <p:nvPr/>
        </p:nvGrpSpPr>
        <p:grpSpPr>
          <a:xfrm>
            <a:off x="3300197" y="3732543"/>
            <a:ext cx="1827541" cy="1456683"/>
            <a:chOff x="5339061" y="3118898"/>
            <a:chExt cx="1882174" cy="1500230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0540C3CB-98BD-6083-306F-D19049E99907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39D1A337-5786-B8A0-9AF6-9965B6AD0A2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C4CBC25-5864-354F-2404-51249E1A1369}"/>
              </a:ext>
            </a:extLst>
          </p:cNvPr>
          <p:cNvGrpSpPr/>
          <p:nvPr/>
        </p:nvGrpSpPr>
        <p:grpSpPr>
          <a:xfrm>
            <a:off x="3485473" y="3920034"/>
            <a:ext cx="1827541" cy="1456683"/>
            <a:chOff x="5339061" y="3118898"/>
            <a:chExt cx="1882174" cy="1500230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A646BE00-3F4F-0430-D42E-E3B03588ECA8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3143260-C1F3-C241-C63B-3272C5ACA331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A23A9B8-D0D9-5235-42EC-80464B42E0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9246" y="3264600"/>
            <a:ext cx="3146801" cy="2068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02D67A-12ED-76DA-F1FC-D3F1321B7B26}"/>
              </a:ext>
            </a:extLst>
          </p:cNvPr>
          <p:cNvSpPr txBox="1"/>
          <p:nvPr/>
        </p:nvSpPr>
        <p:spPr>
          <a:xfrm>
            <a:off x="5858883" y="5376717"/>
            <a:ext cx="298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Taxonomic abundance table</a:t>
            </a:r>
          </a:p>
        </p:txBody>
      </p:sp>
    </p:spTree>
    <p:extLst>
      <p:ext uri="{BB962C8B-B14F-4D97-AF65-F5344CB8AC3E}">
        <p14:creationId xmlns:p14="http://schemas.microsoft.com/office/powerpoint/2010/main" val="1814951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B6518-5870-52FE-2D88-98666F311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096F771-A3E8-93DD-015B-6D8DC498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Microbial Association Networks (MANs)</a:t>
            </a:r>
          </a:p>
        </p:txBody>
      </p:sp>
      <p:sp>
        <p:nvSpPr>
          <p:cNvPr id="25" name="!!text1">
            <a:extLst>
              <a:ext uri="{FF2B5EF4-FFF2-40B4-BE49-F238E27FC236}">
                <a16:creationId xmlns:a16="http://schemas.microsoft.com/office/drawing/2014/main" id="{3FF279E9-91B6-6A09-0920-3BA1E6C09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283"/>
            <a:ext cx="6089072" cy="418811"/>
          </a:xfrm>
        </p:spPr>
        <p:txBody>
          <a:bodyPr>
            <a:noAutofit/>
          </a:bodyPr>
          <a:lstStyle/>
          <a:p>
            <a:r>
              <a:rPr lang="en-US" sz="1600" b="1" dirty="0"/>
              <a:t>MAN: </a:t>
            </a:r>
            <a:r>
              <a:rPr lang="en-US" sz="1600" dirty="0"/>
              <a:t>Weighted and undirected network, where nodes are microbes and edges indicate </a:t>
            </a:r>
            <a:r>
              <a:rPr lang="en-US" sz="1600" b="1" dirty="0"/>
              <a:t>co-presence</a:t>
            </a:r>
            <a:r>
              <a:rPr lang="en-US" sz="1600" dirty="0"/>
              <a:t> or </a:t>
            </a:r>
            <a:r>
              <a:rPr lang="en-US" sz="1600" b="1" dirty="0"/>
              <a:t>mutual exclusion</a:t>
            </a:r>
            <a:r>
              <a:rPr lang="en-US" sz="1600" dirty="0"/>
              <a:t> abundance patterns across samples. </a:t>
            </a:r>
          </a:p>
          <a:p>
            <a:endParaRPr lang="en-US" sz="1600" b="1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3D5ADB5-0CE0-FAC6-43A0-FA1538C2FBB7}"/>
              </a:ext>
            </a:extLst>
          </p:cNvPr>
          <p:cNvGrpSpPr/>
          <p:nvPr/>
        </p:nvGrpSpPr>
        <p:grpSpPr>
          <a:xfrm>
            <a:off x="-2813844" y="3347452"/>
            <a:ext cx="1827541" cy="1456683"/>
            <a:chOff x="5339061" y="3118898"/>
            <a:chExt cx="1882174" cy="1500230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2DCB3B37-A1D3-3BDA-AA93-B393D34A7D93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B380CF7-0BF2-F669-8F4E-3995F649922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A09A5B4-9380-731E-B290-74E58C4DCE4A}"/>
              </a:ext>
            </a:extLst>
          </p:cNvPr>
          <p:cNvGrpSpPr/>
          <p:nvPr/>
        </p:nvGrpSpPr>
        <p:grpSpPr>
          <a:xfrm>
            <a:off x="-2629696" y="3540616"/>
            <a:ext cx="1827541" cy="1456683"/>
            <a:chOff x="5339061" y="3118898"/>
            <a:chExt cx="1882174" cy="150023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8788F105-2C9B-8898-4F24-EBBB86032948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393963C-B602-5791-9C32-9A19DA67137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9BAB725-4320-3126-BB03-696761CE0A65}"/>
              </a:ext>
            </a:extLst>
          </p:cNvPr>
          <p:cNvGrpSpPr/>
          <p:nvPr/>
        </p:nvGrpSpPr>
        <p:grpSpPr>
          <a:xfrm>
            <a:off x="-2453331" y="3715717"/>
            <a:ext cx="1827541" cy="1456683"/>
            <a:chOff x="5339061" y="3118898"/>
            <a:chExt cx="1882174" cy="1500230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01E0E3EA-113A-BAEB-14C6-11D965310388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5328FCE-339C-1D76-DD6D-350C17AE5C1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60661D5-3DBA-049B-5DBA-AAB27EE42B0D}"/>
              </a:ext>
            </a:extLst>
          </p:cNvPr>
          <p:cNvGrpSpPr/>
          <p:nvPr/>
        </p:nvGrpSpPr>
        <p:grpSpPr>
          <a:xfrm>
            <a:off x="-2268055" y="3903208"/>
            <a:ext cx="1827541" cy="1456683"/>
            <a:chOff x="5339061" y="3118898"/>
            <a:chExt cx="1882174" cy="1500230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6D3C0A52-B81A-8E90-82C4-4148AD67840C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077769A-997F-7D52-A1E9-277FE4FBE749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3D3C103-A14C-A028-D905-19CECE1097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3028" y="3264600"/>
            <a:ext cx="3146801" cy="2068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E8ABA2-6D33-A6F1-8A75-692ED280C102}"/>
              </a:ext>
            </a:extLst>
          </p:cNvPr>
          <p:cNvSpPr txBox="1"/>
          <p:nvPr/>
        </p:nvSpPr>
        <p:spPr>
          <a:xfrm>
            <a:off x="3002665" y="5376717"/>
            <a:ext cx="298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Taxonomic abundance table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07C53B-BC8F-67BD-3582-304C8D041667}"/>
              </a:ext>
            </a:extLst>
          </p:cNvPr>
          <p:cNvGrpSpPr/>
          <p:nvPr/>
        </p:nvGrpSpPr>
        <p:grpSpPr>
          <a:xfrm>
            <a:off x="6096000" y="3828595"/>
            <a:ext cx="1035614" cy="523220"/>
            <a:chOff x="6096000" y="3828595"/>
            <a:chExt cx="1035614" cy="52322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CE38E08-9F97-FDCA-312E-11C4A832242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345969"/>
              <a:ext cx="102399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193736-A207-1BDB-8553-D58464BF7599}"/>
                </a:ext>
              </a:extLst>
            </p:cNvPr>
            <p:cNvSpPr txBox="1"/>
            <p:nvPr/>
          </p:nvSpPr>
          <p:spPr>
            <a:xfrm>
              <a:off x="6107002" y="3828595"/>
              <a:ext cx="10246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Inference method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0F15348-F7DE-665A-4A8C-4058A0DF8C1E}"/>
              </a:ext>
            </a:extLst>
          </p:cNvPr>
          <p:cNvSpPr txBox="1"/>
          <p:nvPr/>
        </p:nvSpPr>
        <p:spPr>
          <a:xfrm>
            <a:off x="7502260" y="5449287"/>
            <a:ext cx="203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Association matrix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CC7192-BD56-8B65-C88B-4CCC088A2F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2513" y="3210355"/>
            <a:ext cx="2341262" cy="228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79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AF45-1ACC-DC3C-A8B1-AA3A23618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165C22A6-7A8F-8140-2671-7195A72E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Microbial Association Networks (MANs)</a:t>
            </a:r>
          </a:p>
        </p:txBody>
      </p:sp>
      <p:sp>
        <p:nvSpPr>
          <p:cNvPr id="25" name="!!text1">
            <a:extLst>
              <a:ext uri="{FF2B5EF4-FFF2-40B4-BE49-F238E27FC236}">
                <a16:creationId xmlns:a16="http://schemas.microsoft.com/office/drawing/2014/main" id="{4E86D90C-64B0-D14E-C236-3313AEFD2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283"/>
            <a:ext cx="6089072" cy="418811"/>
          </a:xfrm>
        </p:spPr>
        <p:txBody>
          <a:bodyPr>
            <a:noAutofit/>
          </a:bodyPr>
          <a:lstStyle/>
          <a:p>
            <a:r>
              <a:rPr lang="en-US" sz="1600" b="1" dirty="0"/>
              <a:t>MAN: </a:t>
            </a:r>
            <a:r>
              <a:rPr lang="en-US" sz="1600" dirty="0"/>
              <a:t>Weighted and undirected network, where nodes are microbes and edges indicate </a:t>
            </a:r>
            <a:r>
              <a:rPr lang="en-US" sz="1600" b="1" dirty="0"/>
              <a:t>co-presence</a:t>
            </a:r>
            <a:r>
              <a:rPr lang="en-US" sz="1600" dirty="0"/>
              <a:t> or </a:t>
            </a:r>
            <a:r>
              <a:rPr lang="en-US" sz="1600" b="1" dirty="0"/>
              <a:t>mutual exclusion</a:t>
            </a:r>
            <a:r>
              <a:rPr lang="en-US" sz="1600" dirty="0"/>
              <a:t> abundance patterns across samples. </a:t>
            </a:r>
          </a:p>
          <a:p>
            <a:endParaRPr lang="en-US" sz="1600" b="1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3EF8598-67A7-8F40-6992-F01BF0DC2607}"/>
              </a:ext>
            </a:extLst>
          </p:cNvPr>
          <p:cNvGrpSpPr/>
          <p:nvPr/>
        </p:nvGrpSpPr>
        <p:grpSpPr>
          <a:xfrm>
            <a:off x="-2813844" y="3347452"/>
            <a:ext cx="1827541" cy="1456683"/>
            <a:chOff x="5339061" y="3118898"/>
            <a:chExt cx="1882174" cy="1500230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EDDAB607-7C78-6B9B-069C-A5FEBD3346BE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AD3B77B-2B96-6701-B317-510060078132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5C1A97F-1452-D615-D0F0-4CED28D27AB1}"/>
              </a:ext>
            </a:extLst>
          </p:cNvPr>
          <p:cNvGrpSpPr/>
          <p:nvPr/>
        </p:nvGrpSpPr>
        <p:grpSpPr>
          <a:xfrm>
            <a:off x="-2629696" y="3540616"/>
            <a:ext cx="1827541" cy="1456683"/>
            <a:chOff x="5339061" y="3118898"/>
            <a:chExt cx="1882174" cy="150023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04A2F4BB-2251-248B-DB1C-9383AB4729E2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9429C0B5-8002-5177-F38E-D986B70F701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1F7389C-C6DA-429D-6588-919F7933CB26}"/>
              </a:ext>
            </a:extLst>
          </p:cNvPr>
          <p:cNvGrpSpPr/>
          <p:nvPr/>
        </p:nvGrpSpPr>
        <p:grpSpPr>
          <a:xfrm>
            <a:off x="-2453331" y="3715717"/>
            <a:ext cx="1827541" cy="1456683"/>
            <a:chOff x="5339061" y="3118898"/>
            <a:chExt cx="1882174" cy="1500230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C24FC5B8-0E95-972A-D3CB-CE468DFB3462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2F2864E-0D1D-E586-7B97-3969E099AD0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A1B1E86-385E-4BC9-9D45-51CF2FD097A0}"/>
              </a:ext>
            </a:extLst>
          </p:cNvPr>
          <p:cNvGrpSpPr/>
          <p:nvPr/>
        </p:nvGrpSpPr>
        <p:grpSpPr>
          <a:xfrm>
            <a:off x="-2268055" y="3903208"/>
            <a:ext cx="1827541" cy="1456683"/>
            <a:chOff x="5339061" y="3118898"/>
            <a:chExt cx="1882174" cy="1500230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05F6E0FA-81D0-1A83-E3D3-7D6786928DAD}"/>
                </a:ext>
              </a:extLst>
            </p:cNvPr>
            <p:cNvSpPr/>
            <p:nvPr/>
          </p:nvSpPr>
          <p:spPr>
            <a:xfrm>
              <a:off x="5339061" y="3118899"/>
              <a:ext cx="1882174" cy="1500229"/>
            </a:xfrm>
            <a:prstGeom prst="roundRect">
              <a:avLst>
                <a:gd name="adj" fmla="val 7043"/>
              </a:avLst>
            </a:prstGeom>
            <a:solidFill>
              <a:srgbClr val="E4F6FB"/>
            </a:solidFill>
            <a:ln>
              <a:solidFill>
                <a:srgbClr val="2F6B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2363BA0B-21D8-77AC-E8F0-B2822542EDF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/>
            <a:srcRect l="35142" t="32374" r="32806" b="30471"/>
            <a:stretch/>
          </p:blipFill>
          <p:spPr>
            <a:xfrm>
              <a:off x="5339061" y="3118898"/>
              <a:ext cx="1838423" cy="1491819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8505767-8BBD-4B92-079B-57064AE6E0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628963" y="3422879"/>
            <a:ext cx="3146801" cy="2068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100534-1440-C967-746D-D91307C0927D}"/>
              </a:ext>
            </a:extLst>
          </p:cNvPr>
          <p:cNvSpPr txBox="1"/>
          <p:nvPr/>
        </p:nvSpPr>
        <p:spPr>
          <a:xfrm>
            <a:off x="-5491722" y="5541847"/>
            <a:ext cx="298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Taxonomic abundance table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2C199E-20E3-227A-204E-F2EF66A0CBD8}"/>
              </a:ext>
            </a:extLst>
          </p:cNvPr>
          <p:cNvGrpSpPr/>
          <p:nvPr/>
        </p:nvGrpSpPr>
        <p:grpSpPr>
          <a:xfrm>
            <a:off x="-2069490" y="3941004"/>
            <a:ext cx="1035614" cy="523220"/>
            <a:chOff x="6096000" y="3828595"/>
            <a:chExt cx="1035614" cy="52322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499425C-E2AD-535E-E59D-804B9282AA8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345969"/>
              <a:ext cx="102399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ED3590-62CC-CD4A-E690-CA1079FE0CBD}"/>
                </a:ext>
              </a:extLst>
            </p:cNvPr>
            <p:cNvSpPr txBox="1"/>
            <p:nvPr/>
          </p:nvSpPr>
          <p:spPr>
            <a:xfrm>
              <a:off x="6107002" y="3828595"/>
              <a:ext cx="10246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Inference method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26E569-7F88-0183-6A4F-E8F828306549}"/>
              </a:ext>
            </a:extLst>
          </p:cNvPr>
          <p:cNvSpPr txBox="1"/>
          <p:nvPr/>
        </p:nvSpPr>
        <p:spPr>
          <a:xfrm>
            <a:off x="2970582" y="6108842"/>
            <a:ext cx="3054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Association matrix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5198EF-2B28-2DD1-E853-CAD168BECE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4705" y="2524022"/>
            <a:ext cx="3671295" cy="3587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ECD36B-7889-90EB-AB67-2FB7141BDA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0465" y="2610428"/>
            <a:ext cx="499864" cy="28295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3AE69C-E627-F267-326D-9125964351B1}"/>
              </a:ext>
            </a:extLst>
          </p:cNvPr>
          <p:cNvSpPr txBox="1"/>
          <p:nvPr/>
        </p:nvSpPr>
        <p:spPr>
          <a:xfrm>
            <a:off x="7171815" y="250800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FC373-2635-B47E-7242-55273F2031B2}"/>
              </a:ext>
            </a:extLst>
          </p:cNvPr>
          <p:cNvSpPr txBox="1"/>
          <p:nvPr/>
        </p:nvSpPr>
        <p:spPr>
          <a:xfrm>
            <a:off x="7172643" y="5234070"/>
            <a:ext cx="4757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-1.0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277FF-64DF-A959-F927-A19DD2A7732C}"/>
              </a:ext>
            </a:extLst>
          </p:cNvPr>
          <p:cNvSpPr txBox="1"/>
          <p:nvPr/>
        </p:nvSpPr>
        <p:spPr>
          <a:xfrm>
            <a:off x="7171815" y="3825506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BEE3F2-99AA-403A-4732-9DA4AAFD5492}"/>
              </a:ext>
            </a:extLst>
          </p:cNvPr>
          <p:cNvCxnSpPr/>
          <p:nvPr/>
        </p:nvCxnSpPr>
        <p:spPr>
          <a:xfrm>
            <a:off x="7040418" y="2661436"/>
            <a:ext cx="1563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8223C9-ACDB-0899-EEE0-44F257CC814B}"/>
              </a:ext>
            </a:extLst>
          </p:cNvPr>
          <p:cNvCxnSpPr/>
          <p:nvPr/>
        </p:nvCxnSpPr>
        <p:spPr>
          <a:xfrm>
            <a:off x="7050728" y="3985441"/>
            <a:ext cx="1563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2316BB-3958-A893-0ABA-F2A1FC15190F}"/>
              </a:ext>
            </a:extLst>
          </p:cNvPr>
          <p:cNvCxnSpPr/>
          <p:nvPr/>
        </p:nvCxnSpPr>
        <p:spPr>
          <a:xfrm>
            <a:off x="7044378" y="5399336"/>
            <a:ext cx="1563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F24D8B-5D86-8691-9AFC-741BCF1B37ED}"/>
              </a:ext>
            </a:extLst>
          </p:cNvPr>
          <p:cNvGrpSpPr/>
          <p:nvPr/>
        </p:nvGrpSpPr>
        <p:grpSpPr>
          <a:xfrm>
            <a:off x="7802375" y="2330858"/>
            <a:ext cx="2636197" cy="759358"/>
            <a:chOff x="7974653" y="2524022"/>
            <a:chExt cx="2636197" cy="75935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7269177-7DAF-EC62-9F12-8F6404128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974653" y="2524022"/>
              <a:ext cx="2636197" cy="63701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A163AAE-9BBC-08F1-1D77-AE7E1F2AC445}"/>
                </a:ext>
              </a:extLst>
            </p:cNvPr>
            <p:cNvSpPr txBox="1"/>
            <p:nvPr/>
          </p:nvSpPr>
          <p:spPr>
            <a:xfrm>
              <a:off x="8370608" y="3006381"/>
              <a:ext cx="5906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Taxa 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3DF2E7E-13B5-8C9F-878F-D7F7F336777D}"/>
                </a:ext>
              </a:extLst>
            </p:cNvPr>
            <p:cNvSpPr txBox="1"/>
            <p:nvPr/>
          </p:nvSpPr>
          <p:spPr>
            <a:xfrm>
              <a:off x="9560237" y="3006380"/>
              <a:ext cx="5906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Taxa 2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9D04F5B-5D38-6828-2329-953025812E17}"/>
              </a:ext>
            </a:extLst>
          </p:cNvPr>
          <p:cNvSpPr txBox="1"/>
          <p:nvPr/>
        </p:nvSpPr>
        <p:spPr>
          <a:xfrm>
            <a:off x="7939912" y="3052547"/>
            <a:ext cx="2379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accent3"/>
                </a:solidFill>
              </a:rPr>
              <a:t>Positive values</a:t>
            </a:r>
            <a:r>
              <a:rPr lang="en-US" sz="1200" i="1" dirty="0"/>
              <a:t> of edges suggests higher </a:t>
            </a:r>
            <a:r>
              <a:rPr lang="en-US" sz="1200" b="1" i="1" dirty="0"/>
              <a:t>co-abundance.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20E3A6-1D4F-5576-F4B8-BC982EB94252}"/>
              </a:ext>
            </a:extLst>
          </p:cNvPr>
          <p:cNvGrpSpPr/>
          <p:nvPr/>
        </p:nvGrpSpPr>
        <p:grpSpPr>
          <a:xfrm>
            <a:off x="8198330" y="4639860"/>
            <a:ext cx="1963214" cy="814711"/>
            <a:chOff x="8198330" y="5075366"/>
            <a:chExt cx="1963214" cy="814711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B71E71C-AD10-6AF6-9C6D-4CF0EA53A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198330" y="5075366"/>
              <a:ext cx="1963214" cy="55271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E09F362-C943-DC33-C37D-2AAC6C59DEE6}"/>
                </a:ext>
              </a:extLst>
            </p:cNvPr>
            <p:cNvSpPr txBox="1"/>
            <p:nvPr/>
          </p:nvSpPr>
          <p:spPr>
            <a:xfrm>
              <a:off x="8198330" y="5613078"/>
              <a:ext cx="5906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Taxa 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66183F-B3EF-415E-C834-F8177D61CAAE}"/>
                </a:ext>
              </a:extLst>
            </p:cNvPr>
            <p:cNvSpPr txBox="1"/>
            <p:nvPr/>
          </p:nvSpPr>
          <p:spPr>
            <a:xfrm>
              <a:off x="9387959" y="5613078"/>
              <a:ext cx="5906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Taxa 5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CA94058-768B-8F48-E0E9-2A6055F360AD}"/>
              </a:ext>
            </a:extLst>
          </p:cNvPr>
          <p:cNvSpPr txBox="1"/>
          <p:nvPr/>
        </p:nvSpPr>
        <p:spPr>
          <a:xfrm>
            <a:off x="7880341" y="5410461"/>
            <a:ext cx="249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rgbClr val="FF0000"/>
                </a:solidFill>
              </a:rPr>
              <a:t>Negative values</a:t>
            </a:r>
            <a:r>
              <a:rPr lang="en-US" sz="1200" i="1" dirty="0"/>
              <a:t> of edges suggests </a:t>
            </a:r>
            <a:r>
              <a:rPr lang="en-US" sz="1200" b="1" i="1" dirty="0"/>
              <a:t>mutual exclusion.</a:t>
            </a:r>
          </a:p>
        </p:txBody>
      </p:sp>
    </p:spTree>
    <p:extLst>
      <p:ext uri="{BB962C8B-B14F-4D97-AF65-F5344CB8AC3E}">
        <p14:creationId xmlns:p14="http://schemas.microsoft.com/office/powerpoint/2010/main" val="2062931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5A8B-7D9B-606D-19A4-C15E65A96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84B33D2E-E777-A56F-F034-C26886EB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Microbial Association Networks (MANs)</a:t>
            </a:r>
          </a:p>
        </p:txBody>
      </p:sp>
      <p:sp>
        <p:nvSpPr>
          <p:cNvPr id="25" name="!!text1">
            <a:extLst>
              <a:ext uri="{FF2B5EF4-FFF2-40B4-BE49-F238E27FC236}">
                <a16:creationId xmlns:a16="http://schemas.microsoft.com/office/drawing/2014/main" id="{908EC18E-A6A9-C26C-9F77-2E2CB4381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283"/>
            <a:ext cx="6089072" cy="418811"/>
          </a:xfrm>
        </p:spPr>
        <p:txBody>
          <a:bodyPr>
            <a:noAutofit/>
          </a:bodyPr>
          <a:lstStyle/>
          <a:p>
            <a:r>
              <a:rPr lang="en-US" sz="1600" b="1" dirty="0"/>
              <a:t>MAN: </a:t>
            </a:r>
            <a:r>
              <a:rPr lang="en-US" sz="1600" dirty="0"/>
              <a:t>Weighted and undirected network, where nodes are microbes and edges indicate </a:t>
            </a:r>
            <a:r>
              <a:rPr lang="en-US" sz="1600" b="1" dirty="0"/>
              <a:t>co-presence</a:t>
            </a:r>
            <a:r>
              <a:rPr lang="en-US" sz="1600" dirty="0"/>
              <a:t> or </a:t>
            </a:r>
            <a:r>
              <a:rPr lang="en-US" sz="1600" b="1" dirty="0"/>
              <a:t>mutual exclusion</a:t>
            </a:r>
            <a:r>
              <a:rPr lang="en-US" sz="1600" dirty="0"/>
              <a:t> abundance patterns across samples. </a:t>
            </a:r>
          </a:p>
          <a:p>
            <a:endParaRPr lang="en-US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5346A8-277C-B2B7-92B3-6FF17446E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68" y="3264600"/>
            <a:ext cx="3146801" cy="2068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1EBE68-1089-A2EC-D63D-FB259536151A}"/>
              </a:ext>
            </a:extLst>
          </p:cNvPr>
          <p:cNvSpPr txBox="1"/>
          <p:nvPr/>
        </p:nvSpPr>
        <p:spPr>
          <a:xfrm>
            <a:off x="1187805" y="5376717"/>
            <a:ext cx="298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Taxonomic abundance table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6EDE06-214D-9DA5-476C-BD45AA2F3CDC}"/>
              </a:ext>
            </a:extLst>
          </p:cNvPr>
          <p:cNvGrpSpPr/>
          <p:nvPr/>
        </p:nvGrpSpPr>
        <p:grpSpPr>
          <a:xfrm>
            <a:off x="4281140" y="3828595"/>
            <a:ext cx="1035614" cy="523220"/>
            <a:chOff x="4281140" y="3828595"/>
            <a:chExt cx="1035614" cy="52322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1F5E99F-BC98-B0FE-CED5-3AE5392A15B9}"/>
                </a:ext>
              </a:extLst>
            </p:cNvPr>
            <p:cNvCxnSpPr>
              <a:cxnSpLocks/>
            </p:cNvCxnSpPr>
            <p:nvPr/>
          </p:nvCxnSpPr>
          <p:spPr>
            <a:xfrm>
              <a:off x="4281140" y="4345969"/>
              <a:ext cx="102399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4A9E2E-E0E5-AA4B-1943-FA00A2AE53CF}"/>
                </a:ext>
              </a:extLst>
            </p:cNvPr>
            <p:cNvSpPr txBox="1"/>
            <p:nvPr/>
          </p:nvSpPr>
          <p:spPr>
            <a:xfrm>
              <a:off x="4292142" y="3828595"/>
              <a:ext cx="10246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Inference method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5D7E5B8-51E6-8BA1-52BB-67FCF860E3EB}"/>
              </a:ext>
            </a:extLst>
          </p:cNvPr>
          <p:cNvSpPr txBox="1"/>
          <p:nvPr/>
        </p:nvSpPr>
        <p:spPr>
          <a:xfrm>
            <a:off x="5687400" y="5449287"/>
            <a:ext cx="203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Association matrix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FCCFDA-C4C9-3EEB-031A-06535DCA5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653" y="3210355"/>
            <a:ext cx="2341262" cy="228754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C4C23BF-AE3B-35D9-CF50-D8C6499EF3FA}"/>
              </a:ext>
            </a:extLst>
          </p:cNvPr>
          <p:cNvGrpSpPr/>
          <p:nvPr/>
        </p:nvGrpSpPr>
        <p:grpSpPr>
          <a:xfrm>
            <a:off x="7766912" y="3992855"/>
            <a:ext cx="1023991" cy="353114"/>
            <a:chOff x="7766912" y="3992855"/>
            <a:chExt cx="1023991" cy="353114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B4954000-30EC-0C49-EF15-F67A47AFE18C}"/>
                </a:ext>
              </a:extLst>
            </p:cNvPr>
            <p:cNvCxnSpPr>
              <a:cxnSpLocks/>
            </p:cNvCxnSpPr>
            <p:nvPr/>
          </p:nvCxnSpPr>
          <p:spPr>
            <a:xfrm>
              <a:off x="7766912" y="4345969"/>
              <a:ext cx="102399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3BF29E1-1591-0E5D-1901-BA261AF07260}"/>
                </a:ext>
              </a:extLst>
            </p:cNvPr>
            <p:cNvSpPr txBox="1"/>
            <p:nvPr/>
          </p:nvSpPr>
          <p:spPr>
            <a:xfrm>
              <a:off x="7777913" y="3992855"/>
              <a:ext cx="1012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Threshold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5BB86F5-70DC-5598-AB24-D422412A1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821" y="3217687"/>
            <a:ext cx="2328774" cy="2243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83E6EF-A77B-E2E3-8564-28948B6E4F2E}"/>
              </a:ext>
            </a:extLst>
          </p:cNvPr>
          <p:cNvSpPr txBox="1"/>
          <p:nvPr/>
        </p:nvSpPr>
        <p:spPr>
          <a:xfrm>
            <a:off x="9339314" y="5497898"/>
            <a:ext cx="1858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Sparsified</a:t>
            </a:r>
            <a:r>
              <a:rPr lang="en-US" dirty="0"/>
              <a:t> matrix</a:t>
            </a:r>
          </a:p>
        </p:txBody>
      </p:sp>
    </p:spTree>
    <p:extLst>
      <p:ext uri="{BB962C8B-B14F-4D97-AF65-F5344CB8AC3E}">
        <p14:creationId xmlns:p14="http://schemas.microsoft.com/office/powerpoint/2010/main" val="3649819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E9CC6-3E71-2D7B-4943-F09B3545B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D82407D-0FEC-EA63-1B34-EB99C7D6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Microbial Association Networks (MANs)</a:t>
            </a:r>
          </a:p>
        </p:txBody>
      </p:sp>
      <p:sp>
        <p:nvSpPr>
          <p:cNvPr id="25" name="!!text1">
            <a:extLst>
              <a:ext uri="{FF2B5EF4-FFF2-40B4-BE49-F238E27FC236}">
                <a16:creationId xmlns:a16="http://schemas.microsoft.com/office/drawing/2014/main" id="{22D46E02-5CD1-C298-4344-E91F5DDB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283"/>
            <a:ext cx="6089072" cy="418811"/>
          </a:xfrm>
        </p:spPr>
        <p:txBody>
          <a:bodyPr>
            <a:noAutofit/>
          </a:bodyPr>
          <a:lstStyle/>
          <a:p>
            <a:r>
              <a:rPr lang="en-US" sz="1600" b="1" dirty="0"/>
              <a:t>MAN: </a:t>
            </a:r>
            <a:r>
              <a:rPr lang="en-US" sz="1600" dirty="0"/>
              <a:t>Weighted and undirected network, where nodes are microbes and edges indicate </a:t>
            </a:r>
            <a:r>
              <a:rPr lang="en-US" sz="1600" b="1" dirty="0"/>
              <a:t>co-presence</a:t>
            </a:r>
            <a:r>
              <a:rPr lang="en-US" sz="1600" dirty="0"/>
              <a:t> or </a:t>
            </a:r>
            <a:r>
              <a:rPr lang="en-US" sz="1600" b="1" dirty="0"/>
              <a:t>mutual exclusion</a:t>
            </a:r>
            <a:r>
              <a:rPr lang="en-US" sz="1600" dirty="0"/>
              <a:t> abundance patterns across samples. </a:t>
            </a:r>
          </a:p>
          <a:p>
            <a:endParaRPr lang="en-US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2AC6C1-1B98-FA34-AF0B-EE620022F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7112" y="3264600"/>
            <a:ext cx="3146801" cy="2068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543F9F-F4C6-AF62-013A-5297D6806431}"/>
              </a:ext>
            </a:extLst>
          </p:cNvPr>
          <p:cNvSpPr txBox="1"/>
          <p:nvPr/>
        </p:nvSpPr>
        <p:spPr>
          <a:xfrm>
            <a:off x="-8267475" y="5376717"/>
            <a:ext cx="298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Taxonomic abundance table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6F8FB9-431D-16E3-9075-23761C29AAE1}"/>
              </a:ext>
            </a:extLst>
          </p:cNvPr>
          <p:cNvGrpSpPr/>
          <p:nvPr/>
        </p:nvGrpSpPr>
        <p:grpSpPr>
          <a:xfrm>
            <a:off x="-5174140" y="3828595"/>
            <a:ext cx="1035614" cy="523220"/>
            <a:chOff x="4281140" y="3828595"/>
            <a:chExt cx="1035614" cy="52322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86DDAD3-DAE9-C833-111F-9906758EA23B}"/>
                </a:ext>
              </a:extLst>
            </p:cNvPr>
            <p:cNvCxnSpPr>
              <a:cxnSpLocks/>
            </p:cNvCxnSpPr>
            <p:nvPr/>
          </p:nvCxnSpPr>
          <p:spPr>
            <a:xfrm>
              <a:off x="4281140" y="4345969"/>
              <a:ext cx="102399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18F796-B0D0-0499-CFC7-5DBD1A33F813}"/>
                </a:ext>
              </a:extLst>
            </p:cNvPr>
            <p:cNvSpPr txBox="1"/>
            <p:nvPr/>
          </p:nvSpPr>
          <p:spPr>
            <a:xfrm>
              <a:off x="4292142" y="3828595"/>
              <a:ext cx="10246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Inference method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D6991C3-5FE1-1134-7127-0B93ADCC3AFF}"/>
              </a:ext>
            </a:extLst>
          </p:cNvPr>
          <p:cNvSpPr txBox="1"/>
          <p:nvPr/>
        </p:nvSpPr>
        <p:spPr>
          <a:xfrm>
            <a:off x="-3767880" y="5449287"/>
            <a:ext cx="203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Association matrix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492E3E-6B5F-A17C-BD9A-440155A5C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67627" y="3210355"/>
            <a:ext cx="2341262" cy="228754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2B95BAE-0B89-00DC-4A09-FB72F1ACCF32}"/>
              </a:ext>
            </a:extLst>
          </p:cNvPr>
          <p:cNvGrpSpPr/>
          <p:nvPr/>
        </p:nvGrpSpPr>
        <p:grpSpPr>
          <a:xfrm>
            <a:off x="-1688368" y="3992855"/>
            <a:ext cx="1023991" cy="353114"/>
            <a:chOff x="7766912" y="3992855"/>
            <a:chExt cx="1023991" cy="353114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A3B842B9-7790-E7A2-FCC5-95C2C48F8181}"/>
                </a:ext>
              </a:extLst>
            </p:cNvPr>
            <p:cNvCxnSpPr>
              <a:cxnSpLocks/>
            </p:cNvCxnSpPr>
            <p:nvPr/>
          </p:nvCxnSpPr>
          <p:spPr>
            <a:xfrm>
              <a:off x="7766912" y="4345969"/>
              <a:ext cx="102399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A455093-8395-E263-0898-03FDAD05F20A}"/>
                </a:ext>
              </a:extLst>
            </p:cNvPr>
            <p:cNvSpPr txBox="1"/>
            <p:nvPr/>
          </p:nvSpPr>
          <p:spPr>
            <a:xfrm>
              <a:off x="7777913" y="3992855"/>
              <a:ext cx="1012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Threshold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7076F47-DDA7-84BF-634E-382ABA7E43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080" y="3217687"/>
            <a:ext cx="2328774" cy="2243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D05273-4D0B-82AE-DB0A-7219ABEE1B68}"/>
              </a:ext>
            </a:extLst>
          </p:cNvPr>
          <p:cNvSpPr txBox="1"/>
          <p:nvPr/>
        </p:nvSpPr>
        <p:spPr>
          <a:xfrm>
            <a:off x="3462573" y="5497898"/>
            <a:ext cx="1858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Sparsified</a:t>
            </a:r>
            <a:r>
              <a:rPr lang="en-US" dirty="0"/>
              <a:t> matrix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17616D1-881C-86D4-FF96-AD7A99F29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197" y="3025233"/>
            <a:ext cx="4157421" cy="248240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BB16003-3AA8-0514-5250-906F7B1CB668}"/>
              </a:ext>
            </a:extLst>
          </p:cNvPr>
          <p:cNvSpPr txBox="1"/>
          <p:nvPr/>
        </p:nvSpPr>
        <p:spPr>
          <a:xfrm>
            <a:off x="6474037" y="5497898"/>
            <a:ext cx="3163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Microbial association network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6612EF3-9F11-2AD5-32F5-194FB32B915E}"/>
              </a:ext>
            </a:extLst>
          </p:cNvPr>
          <p:cNvGrpSpPr/>
          <p:nvPr/>
        </p:nvGrpSpPr>
        <p:grpSpPr>
          <a:xfrm>
            <a:off x="5420836" y="3820470"/>
            <a:ext cx="762250" cy="353114"/>
            <a:chOff x="7766912" y="3992855"/>
            <a:chExt cx="1023991" cy="353114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03A2BBC-B1AE-A6C4-F597-AD4E9C9DA992}"/>
                </a:ext>
              </a:extLst>
            </p:cNvPr>
            <p:cNvCxnSpPr>
              <a:cxnSpLocks/>
            </p:cNvCxnSpPr>
            <p:nvPr/>
          </p:nvCxnSpPr>
          <p:spPr>
            <a:xfrm>
              <a:off x="7766912" y="4345969"/>
              <a:ext cx="102399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8282E17-D46D-0948-958A-2694A94F5CAA}"/>
                </a:ext>
              </a:extLst>
            </p:cNvPr>
            <p:cNvSpPr txBox="1"/>
            <p:nvPr/>
          </p:nvSpPr>
          <p:spPr>
            <a:xfrm>
              <a:off x="7777913" y="3992855"/>
              <a:ext cx="1012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22747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B9E71-AE5F-224E-FEFC-9B869315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871ACD73-968A-F22C-2AC0-BF075153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Challenges of MANs</a:t>
            </a:r>
          </a:p>
        </p:txBody>
      </p:sp>
      <p:sp>
        <p:nvSpPr>
          <p:cNvPr id="16" name="!!content1">
            <a:extLst>
              <a:ext uri="{FF2B5EF4-FFF2-40B4-BE49-F238E27FC236}">
                <a16:creationId xmlns:a16="http://schemas.microsoft.com/office/drawing/2014/main" id="{D597DA22-3573-2499-4BA3-1311F459FBA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720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Compositionality of microbial data</a:t>
            </a:r>
            <a:r>
              <a:rPr lang="en-US" sz="2400" dirty="0"/>
              <a:t>: only relative abundances are measured, not absolute counts</a:t>
            </a:r>
            <a:endParaRPr lang="en-US" sz="2400" b="1" dirty="0"/>
          </a:p>
        </p:txBody>
      </p:sp>
      <p:sp>
        <p:nvSpPr>
          <p:cNvPr id="18" name="!!content2">
            <a:extLst>
              <a:ext uri="{FF2B5EF4-FFF2-40B4-BE49-F238E27FC236}">
                <a16:creationId xmlns:a16="http://schemas.microsoft.com/office/drawing/2014/main" id="{89BECB24-3086-AD72-C510-5655A1A09F6F}"/>
              </a:ext>
            </a:extLst>
          </p:cNvPr>
          <p:cNvSpPr txBox="1">
            <a:spLocks/>
          </p:cNvSpPr>
          <p:nvPr/>
        </p:nvSpPr>
        <p:spPr>
          <a:xfrm>
            <a:off x="838200" y="2546475"/>
            <a:ext cx="10515600" cy="720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Sparsity of data:</a:t>
            </a:r>
            <a:r>
              <a:rPr lang="en-US" sz="2400" dirty="0"/>
              <a:t> containing </a:t>
            </a:r>
            <a:r>
              <a:rPr lang="en-US" sz="2400" b="1" dirty="0"/>
              <a:t>many zeros counts </a:t>
            </a:r>
            <a:r>
              <a:rPr lang="en-US" sz="2400" dirty="0"/>
              <a:t>due to low abundance or detection limits</a:t>
            </a:r>
            <a:endParaRPr lang="en-US" sz="2400" b="1" dirty="0"/>
          </a:p>
        </p:txBody>
      </p:sp>
      <p:sp>
        <p:nvSpPr>
          <p:cNvPr id="19" name="!!content3">
            <a:extLst>
              <a:ext uri="{FF2B5EF4-FFF2-40B4-BE49-F238E27FC236}">
                <a16:creationId xmlns:a16="http://schemas.microsoft.com/office/drawing/2014/main" id="{D5C4D9F3-E72B-167D-1885-05423C25FD87}"/>
              </a:ext>
            </a:extLst>
          </p:cNvPr>
          <p:cNvSpPr txBox="1">
            <a:spLocks/>
          </p:cNvSpPr>
          <p:nvPr/>
        </p:nvSpPr>
        <p:spPr>
          <a:xfrm>
            <a:off x="838200" y="3267325"/>
            <a:ext cx="10515600" cy="720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High-dimensionality with small sample size: </a:t>
            </a:r>
            <a:r>
              <a:rPr lang="en-US" sz="2400" dirty="0"/>
              <a:t>often the number of microbial taxa greatly exceeds the number of samples</a:t>
            </a:r>
            <a:endParaRPr lang="en-US" sz="2400" b="1" dirty="0"/>
          </a:p>
        </p:txBody>
      </p:sp>
      <p:sp>
        <p:nvSpPr>
          <p:cNvPr id="20" name="!!content4">
            <a:extLst>
              <a:ext uri="{FF2B5EF4-FFF2-40B4-BE49-F238E27FC236}">
                <a16:creationId xmlns:a16="http://schemas.microsoft.com/office/drawing/2014/main" id="{08E7FC39-6247-5C25-4EAF-C9DCB544478C}"/>
              </a:ext>
            </a:extLst>
          </p:cNvPr>
          <p:cNvSpPr txBox="1">
            <a:spLocks/>
          </p:cNvSpPr>
          <p:nvPr/>
        </p:nvSpPr>
        <p:spPr>
          <a:xfrm>
            <a:off x="838200" y="3988175"/>
            <a:ext cx="10515600" cy="720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Indirect association: </a:t>
            </a:r>
            <a:r>
              <a:rPr lang="en-US" sz="2400" dirty="0"/>
              <a:t>hard to distinguish actual interactions from secondary effects</a:t>
            </a:r>
            <a:endParaRPr lang="en-US" sz="2400" b="1" dirty="0"/>
          </a:p>
        </p:txBody>
      </p:sp>
      <p:sp>
        <p:nvSpPr>
          <p:cNvPr id="21" name="!!content5">
            <a:extLst>
              <a:ext uri="{FF2B5EF4-FFF2-40B4-BE49-F238E27FC236}">
                <a16:creationId xmlns:a16="http://schemas.microsoft.com/office/drawing/2014/main" id="{11B18263-A3B5-09C8-CD7C-D5AEACBC9DDB}"/>
              </a:ext>
            </a:extLst>
          </p:cNvPr>
          <p:cNvSpPr txBox="1">
            <a:spLocks/>
          </p:cNvSpPr>
          <p:nvPr/>
        </p:nvSpPr>
        <p:spPr>
          <a:xfrm>
            <a:off x="838200" y="4709025"/>
            <a:ext cx="10515600" cy="720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Lack of ground truth: </a:t>
            </a:r>
            <a:r>
              <a:rPr lang="en-US" sz="2400" dirty="0"/>
              <a:t>there is no “gold standard” network to validate inferred MANs</a:t>
            </a:r>
            <a:endParaRPr lang="en-US" sz="2400" b="1" dirty="0"/>
          </a:p>
        </p:txBody>
      </p:sp>
      <p:sp>
        <p:nvSpPr>
          <p:cNvPr id="29" name="!!content6">
            <a:extLst>
              <a:ext uri="{FF2B5EF4-FFF2-40B4-BE49-F238E27FC236}">
                <a16:creationId xmlns:a16="http://schemas.microsoft.com/office/drawing/2014/main" id="{61238B85-FE1F-3C38-DE09-CDE9117484FC}"/>
              </a:ext>
            </a:extLst>
          </p:cNvPr>
          <p:cNvSpPr txBox="1">
            <a:spLocks/>
          </p:cNvSpPr>
          <p:nvPr/>
        </p:nvSpPr>
        <p:spPr>
          <a:xfrm>
            <a:off x="838200" y="5429875"/>
            <a:ext cx="10515600" cy="720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Confounding factors: </a:t>
            </a:r>
            <a:r>
              <a:rPr lang="en-US" sz="2400" dirty="0"/>
              <a:t>host factors (e.g. diet, health, medications) or technical artefacts (e.g. batch effects, depth)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4992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548C-9C16-C9A7-BB29-7204103A5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EF659-4ABC-AA22-4807-B619E11EC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05_Microb-networks_tutorial.Rmd</a:t>
            </a:r>
          </a:p>
        </p:txBody>
      </p:sp>
    </p:spTree>
    <p:extLst>
      <p:ext uri="{BB962C8B-B14F-4D97-AF65-F5344CB8AC3E}">
        <p14:creationId xmlns:p14="http://schemas.microsoft.com/office/powerpoint/2010/main" val="38598831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11BED-8006-EDD2-BE53-A9DFBA69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4BA2BC5-3477-4FE6-C01F-A3D5264E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want to know more?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3C2C365-6B69-14AC-543B-1DCE296FD5BE}"/>
              </a:ext>
            </a:extLst>
          </p:cNvPr>
          <p:cNvGrpSpPr/>
          <p:nvPr/>
        </p:nvGrpSpPr>
        <p:grpSpPr>
          <a:xfrm>
            <a:off x="7763269" y="3212874"/>
            <a:ext cx="3465051" cy="1608722"/>
            <a:chOff x="6911217" y="3021924"/>
            <a:chExt cx="4442583" cy="20625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BF6B60-7076-E558-101F-0D5D7912C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1217" y="3021924"/>
              <a:ext cx="2062562" cy="206256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FA5D8E6-A6D9-9F00-3C75-397115144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91238" y="3021924"/>
              <a:ext cx="2062562" cy="20625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FF05A1F-249D-6945-96D5-EA399ACA6DDB}"/>
              </a:ext>
            </a:extLst>
          </p:cNvPr>
          <p:cNvSpPr txBox="1"/>
          <p:nvPr/>
        </p:nvSpPr>
        <p:spPr>
          <a:xfrm>
            <a:off x="1376041" y="2491657"/>
            <a:ext cx="4249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DSP Metagenomics course training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8E7B45-2AD2-61B2-FA7F-608333E149ED}"/>
              </a:ext>
            </a:extLst>
          </p:cNvPr>
          <p:cNvSpPr txBox="1"/>
          <p:nvPr/>
        </p:nvSpPr>
        <p:spPr>
          <a:xfrm>
            <a:off x="948103" y="4920892"/>
            <a:ext cx="139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GitHub repo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838E43-8372-2162-0363-2FD9473CEB01}"/>
              </a:ext>
            </a:extLst>
          </p:cNvPr>
          <p:cNvSpPr txBox="1"/>
          <p:nvPr/>
        </p:nvSpPr>
        <p:spPr>
          <a:xfrm>
            <a:off x="2632892" y="4917380"/>
            <a:ext cx="1735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Documentation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161693-DE39-1673-F15B-190FD42FD736}"/>
              </a:ext>
            </a:extLst>
          </p:cNvPr>
          <p:cNvSpPr txBox="1"/>
          <p:nvPr/>
        </p:nvSpPr>
        <p:spPr>
          <a:xfrm>
            <a:off x="8035272" y="4937342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NetCoMi</a:t>
            </a:r>
            <a:endParaRPr lang="en-US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3E4B55-618A-1D6E-9F1A-A307F4479B73}"/>
              </a:ext>
            </a:extLst>
          </p:cNvPr>
          <p:cNvSpPr txBox="1"/>
          <p:nvPr/>
        </p:nvSpPr>
        <p:spPr>
          <a:xfrm>
            <a:off x="10034268" y="493178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MANs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57E8E3-275C-FDFC-4546-20A6F96E772E}"/>
              </a:ext>
            </a:extLst>
          </p:cNvPr>
          <p:cNvSpPr txBox="1"/>
          <p:nvPr/>
        </p:nvSpPr>
        <p:spPr>
          <a:xfrm>
            <a:off x="7763269" y="2491657"/>
            <a:ext cx="3465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Network concepts and tools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C405AF1-39EB-A298-E967-D748879E66EE}"/>
              </a:ext>
            </a:extLst>
          </p:cNvPr>
          <p:cNvGrpSpPr/>
          <p:nvPr/>
        </p:nvGrpSpPr>
        <p:grpSpPr>
          <a:xfrm>
            <a:off x="845812" y="3212874"/>
            <a:ext cx="5315444" cy="1613235"/>
            <a:chOff x="845812" y="3212874"/>
            <a:chExt cx="5315444" cy="161323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449AFEF-7F60-A59A-9FE9-2AB09F67E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5812" y="3212874"/>
              <a:ext cx="1602786" cy="160872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97FE67F-C33A-FFA4-94AC-A8A127BE4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96205" y="3212874"/>
              <a:ext cx="1608722" cy="1608722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91361C9-5326-498A-1829-3531772A9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52534" y="3212874"/>
              <a:ext cx="1608722" cy="1613235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1F3DC2E-E111-C4D1-F777-E2616BA7A427}"/>
              </a:ext>
            </a:extLst>
          </p:cNvPr>
          <p:cNvSpPr txBox="1"/>
          <p:nvPr/>
        </p:nvSpPr>
        <p:spPr>
          <a:xfrm>
            <a:off x="4870575" y="4937342"/>
            <a:ext cx="972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VueGen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09787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bec49e16d0970d1d116526"/>
  <p:tag name="BIOJSON" val="{&quot;id&quot;:&quot;66417e64-a202-4d6a-9b44-d36a169deccc&quot;,&quot;objects&quot;:{&quot;66417e64-a202-4d6a-9b44-d36a169deccc&quot;:{&quot;id&quot;:&quot;66417e64-a202-4d6a-9b44-d36a169deccc&quot;,&quot;type&quot;:&quot;FIGURE_OBJECT&quot;,&quot;document&quot;:{&quot;type&quot;:&quot;DOCUMENT_GROUP&quot;,&quot;canvasType&quot;:&quot;FIGURE&quot;,&quot;units&quot;:&quot;in&quot;}},&quot;8117d720-33d8-4c7c-9b1b-aaceaa397e81&quot;:{&quot;id&quot;:&quot;8117d720-33d8-4c7c-9b1b-aaceaa397e81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66417e64-a202-4d6a-9b44-d36a169deccc&quot;,&quot;type&quot;:&quot;FRAME&quot;,&quot;order&quot;:&quot;5&quot;}},&quot;4b9f7a17-e539-4340-a7d3-72d677f4b0a0&quot;:{&quot;id&quot;:&quot;4b9f7a17-e539-4340-a7d3-72d677f4b0a0&quot;,&quot;type&quot;:&quot;FIGURE_OBJECT&quot;,&quot;document&quot;:{&quot;type&quot;:&quot;FIGURE&quot;,&quot;canvasType&quot;:&quot;FIGURE&quot;,&quot;units&quot;:&quot;in&quot;},&quot;parent&quot;:{&quot;parentId&quot;:&quot;66417e64-a202-4d6a-9b44-d36a169deccc&quot;,&quot;type&quot;:&quot;DOCUMENT&quot;,&quot;order&quot;:&quot;5&quot;},&quot;layout&quot;:{&quot;sizeRatio&quot;:{&quot;x&quot;:0.88,&quot;y&quot;:0.88},&quot;keepAspectRatio&quot;:false}},&quot;6a4e3e88-6ea6-4b2e-8912-4b545616d5a4&quot;:{&quot;id&quot;:&quot;6a4e3e88-6ea6-4b2e-8912-4b545616d5a4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4b9f7a17-e539-4340-a7d3-72d677f4b0a0&quot;,&quot;order&quot;:&quot;5&quot;}},&quot;6f4ad60f-d59e-4f17-aec9-9366fa8997a1&quot;:{&quot;id&quot;:&quot;6f4ad60f-d59e-4f17-aec9-9366fa8997a1&quot;,&quot;type&quot;:&quot;FIGURE_OBJECT&quot;,&quot;guide&quot;:{&quot;type&quot;:&quot;GRID&quot;,&quot;distance&quot;:0.5,&quot;units&quot;:&quot;in&quot;},&quot;parent&quot;:{&quot;parentId&quot;:&quot;66417e64-a202-4d6a-9b44-d36a169deccc&quot;,&quot;type&quot;:&quot;GUIDE&quot;,&quot;order&quot;:&quot;5&quot;}},&quot;e5d055ef-b070-4006-9568-fdd1d95de909&quot;:{&quot;relativeTransform&quot;:{&quot;translate&quot;:{&quot;x&quot;:-29.685344528388605,&quot;y&quot;:45.709846414777154},&quot;rotate&quot;:0},&quot;type&quot;:&quot;FIGURE_OBJECT&quot;,&quot;id&quot;:&quot;e5d055ef-b070-4006-9568-fdd1d95de909&quot;,&quot;parent&quot;:{&quot;type&quot;:&quot;CHILD&quot;,&quot;parentId&quot;:&quot;27935d7f-1e5e-4d93-a590-358ae558edcd&quot;,&quot;order&quot;:&quot;5&quot;},&quot;name&quot;:&quot;Microbiome&quot;,&quot;displayName&quot;:&quot;Microbiome&quot;,&quot;source&quot;:{&quot;id&quot;:&quot;608aef302dc61800ab82d2d0&quot;,&quot;type&quot;:&quot;ASSETS&quot;},&quot;isPremium&quot;:true},&quot;04abaf89-da33-4bf6-a5f6-f2bf39a85915&quot;:{&quot;type&quot;:&quot;FIGURE_OBJECT&quot;,&quot;id&quot;:&quot;04abaf89-da33-4bf6-a5f6-f2bf39a85915&quot;,&quot;name&quot;:&quot;Spirillum (flagella)&quot;,&quot;relativeTransform&quot;:{&quot;translate&quot;:{&quot;x&quot;:-97.64356101583958,&quot;y&quot;:-99.34317636104119},&quot;rotate&quot;:-2.8925701623721567,&quot;skewX&quot;:1.395689541500263e-16,&quot;scale&quot;:{&quot;x&quot;:0.0220343748387536,&quot;y&quot;:0.0220343748387536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05&quot;}},&quot;c9540fc1-f422-4c6d-a301-fd6210fd4bf9&quot;:{&quot;type&quot;:&quot;FIGURE_OBJECT&quot;,&quot;id&quot;:&quot;c9540fc1-f422-4c6d-a301-fd6210fd4bf9&quot;,&quot;name&quot;:&quot;Bacillus (flagellum)&quot;,&quot;relativeTransform&quot;:{&quot;translate&quot;:{&quot;x&quot;:-91.2167085263541,&quot;y&quot;:-112.06307701353572},&quot;rotate&quot;:-1.1765808663116044,&quot;skewX&quot;:-9.509363906129909e-17,&quot;scale&quot;:{&quot;x&quot;:0.09550462340132658,&quot;y&quot;:0.09550462340132669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1&quot;}},&quot;af7add42-a1e8-48cb-be6a-7953ca883ad4&quot;:{&quot;type&quot;:&quot;FIGURE_OBJECT&quot;,&quot;id&quot;:&quot;af7add42-a1e8-48cb-be6a-7953ca883ad4&quot;,&quot;name&quot;:&quot;Bacillus (flagellum)&quot;,&quot;relativeTransform&quot;:{&quot;translate&quot;:{&quot;x&quot;:-119.33847777557556,&quot;y&quot;:-127.40856198438692},&quot;rotate&quot;:2.0166956140049166,&quot;skewX&quot;:-2.377340976532478e-16,&quot;scale&quot;:{&quot;x&quot;:0.09550462340132657,&quot;y&quot;:0.09550462340132647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15&quot;}},&quot;d4830f6d-ef52-44d6-a776-8dd694df5819&quot;:{&quot;type&quot;:&quot;FIGURE_OBJECT&quot;,&quot;id&quot;:&quot;d4830f6d-ef52-44d6-a776-8dd694df5819&quot;,&quot;name&quot;:&quot;Vibrio cholerae 1&quot;,&quot;relativeTransform&quot;:{&quot;translate&quot;:{&quot;x&quot;:-102.3871255715335,&quot;y&quot;:-125.95485626576217},&quot;rotate&quot;:-2.6449842907609207,&quot;skewX&quot;:-3.6594195471328725e-16,&quot;scale&quot;:{&quot;x&quot;:0.03220201566765989,&quot;y&quot;:0.032202015667659845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2&quot;}},&quot;5400ba42-64e8-4a37-b5bf-121afbcbd5f0&quot;:{&quot;type&quot;:&quot;FIGURE_OBJECT&quot;,&quot;id&quot;:&quot;5400ba42-64e8-4a37-b5bf-121afbcbd5f0&quot;,&quot;name&quot;:&quot;Bacillus (peritrichous flagella)&quot;,&quot;relativeTransform&quot;:{&quot;translate&quot;:{&quot;x&quot;:-108.32599288810522,&quot;y&quot;:-115.07149162480461},&quot;rotate&quot;:-0.10966623319729882,&quot;skewX&quot;:1.9581919421531906e-16,&quot;scale&quot;:{&quot;x&quot;:0.09983061798894204,&quot;y&quot;:0.09983061798894174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25&quot;}},&quot;3291a83e-ad00-4dd1-a367-287ca9285bda&quot;:{&quot;type&quot;:&quot;FIGURE_OBJECT&quot;,&quot;id&quot;:&quot;3291a83e-ad00-4dd1-a367-287ca9285bda&quot;,&quot;name&quot;:&quot;Vibrio cholerae 1&quot;,&quot;relativeTransform&quot;:{&quot;translate&quot;:{&quot;x&quot;:-96.61213551991706,&quot;y&quot;:-90.68401253859719},&quot;rotate&quot;:-0.1176932914622562,&quot;skewX&quot;:-4.1821937681518554e-16,&quot;scale&quot;:{&quot;x&quot;:0.03220201566765989,&quot;y&quot;:0.03220201566765981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3&quot;}},&quot;de9121a3-b174-49e5-a169-5a74b38368c4&quot;:{&quot;type&quot;:&quot;FIGURE_OBJECT&quot;,&quot;id&quot;:&quot;de9121a3-b174-49e5-a169-5a74b38368c4&quot;,&quot;name&quot;:&quot;Spirillum (flagella)&quot;,&quot;relativeTransform&quot;:{&quot;translate&quot;:{&quot;x&quot;:-117.9392582670294,&quot;y&quot;:-100.18156907133661},&quot;rotate&quot;:2.524148531478822,&quot;skewX&quot;:1.0607240515401981e-15,&quot;scale&quot;:{&quot;x&quot;:-0.02203437483875362,&quot;y&quot;:0.022034374838753604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5&quot;}},&quot;17bb9ee6-37bc-4967-a17d-cdb07060bce5&quot;:{&quot;type&quot;:&quot;FIGURE_OBJECT&quot;,&quot;id&quot;:&quot;17bb9ee6-37bc-4967-a17d-cdb07060bce5&quot;,&quot;name&quot;:&quot;Bacillus (flagellum)&quot;,&quot;relativeTransform&quot;:{&quot;translate&quot;:{&quot;x&quot;:-112.52314188297768,&quot;y&quot;:-93.9365936921995},&quot;rotate&quot;:5.834224152686721,&quot;skewX&quot;:2.8528091718389743e-16,&quot;scale&quot;:{&quot;x&quot;:-0.09550462340132655,&quot;y&quot;:0.09550462340132672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55&quot;}},&quot;5d33f880-6471-471b-b3e5-bc1b12b3787e&quot;:{&quot;type&quot;:&quot;FIGURE_OBJECT&quot;,&quot;id&quot;:&quot;5d33f880-6471-471b-b3e5-bc1b12b3787e&quot;,&quot;name&quot;:&quot;Vibrio cholerae 1&quot;,&quot;relativeTransform&quot;:{&quot;translate&quot;:{&quot;x&quot;:-124.97715691092623,&quot;y&quot;:-110.35537993215725},&quot;rotate&quot;:1.863257078740924,&quot;skewX&quot;:-6.273290652227784e-16,&quot;scale&quot;:{&quot;x&quot;:-0.032202015667659886,&quot;y&quot;:0.03220201566765981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6&quot;}},&quot;fb3b7137-57f4-4127-841d-6f21822a08e2&quot;:{&quot;type&quot;:&quot;FIGURE_OBJECT&quot;,&quot;id&quot;:&quot;fb3b7137-57f4-4127-841d-6f21822a08e2&quot;,&quot;name&quot;:&quot;Vibrio cholerae 1&quot;,&quot;relativeTransform&quot;:{&quot;translate&quot;:{&quot;x&quot;:-71.70381117157358,&quot;y&quot;:-112.95536205121289},&quot;rotate&quot;:1.570796326794893,&quot;skewX&quot;:0,&quot;scale&quot;:{&quot;x&quot;:-0.0322020156676599,&quot;y&quot;:0.0322020156676599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65&quot;}},&quot;af87a969-b7f6-4dd4-9714-c600026ae614&quot;:{&quot;type&quot;:&quot;FIGURE_OBJECT&quot;,&quot;id&quot;:&quot;af87a969-b7f6-4dd4-9714-c600026ae614&quot;,&quot;name&quot;:&quot;Bacillus (peritrichous flagella)&quot;,&quot;relativeTransform&quot;:{&quot;translate&quot;:{&quot;x&quot;:-82.20051280438182,&quot;y&quot;:-126.12337724683918},&quot;rotate&quot;:6.283185307179586,&quot;skewX&quot;:1.1594825497674265e-31,&quot;scale&quot;:{&quot;x&quot;:-0.09983061798894204,&quot;y&quot;:0.0998306179889421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7&quot;}},&quot;993f1a8b-551d-432a-8828-f281cc15587b&quot;:{&quot;type&quot;:&quot;FIGURE_OBJECT&quot;,&quot;id&quot;:&quot;993f1a8b-551d-432a-8828-f281cc15587b&quot;,&quot;name&quot;:&quot;Bacillus (peritrichous flagella)&quot;,&quot;relativeTransform&quot;:{&quot;translate&quot;:{&quot;x&quot;:-76.36904232266544,&quot;y&quot;:-94.44839860210082},&quot;rotate&quot;:4.71238898038469,&quot;skewX&quot;:2.433495858801476e-31,&quot;scale&quot;:{&quot;x&quot;:-0.08896208175557728,&quot;y&quot;:0.0889620817555773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75&quot;}},&quot;1b6b03bd-59b8-4a16-8600-142417647a99&quot;:{&quot;type&quot;:&quot;FIGURE_OBJECT&quot;,&quot;id&quot;:&quot;1b6b03bd-59b8-4a16-8600-142417647a99&quot;,&quot;name&quot;:&quot;Bacillus (flagellum)&quot;,&quot;relativeTransform&quot;:{&quot;translate&quot;:{&quot;x&quot;:-81.63956037776506,&quot;y&quot;:-108.92233266168284},&quot;rotate&quot;:-1.1765808663116044,&quot;skewX&quot;:-9.509363906129909e-17,&quot;scale&quot;:{&quot;x&quot;:0.09550462340132658,&quot;y&quot;:0.09550462340132669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8&quot;}},&quot;483b7e5c-0e5f-4fc3-97e5-91e48d9ab06d&quot;:{&quot;type&quot;:&quot;FIGURE_OBJECT&quot;,&quot;id&quot;:&quot;483b7e5c-0e5f-4fc3-97e5-91e48d9ab06d&quot;,&quot;relativeTransform&quot;:{&quot;translate&quot;:{&quot;x&quot;:-129.16690508078915,&quot;y&quot;:-63.75092797906883},&quot;rotate&quot;:0},&quot;opacity&quot;:1,&quot;path&quot;:{&quot;type&quot;:&quot;RECT&quot;,&quot;size&quot;:{&quot;x&quot;:68.4149750332833,&quot;y&quot;:55.40125695630005},&quot;cornerRounding&quot;:{&quot;type&quot;:&quot;ARC_LENGTH&quot;,&quot;global&quot;:6.1793066633221265}},&quot;pathStyles&quot;:[{&quot;type&quot;:&quot;FILL&quot;,&quot;fillStyle&quot;:&quot;rgb(228, 245, 250)&quot;},{&quot;type&quot;:&quot;STROKE&quot;,&quot;strokeStyle&quot;:&quot;rgba(48, 110, 128, 1)&quot;,&quot;lineWidth&quot;:0.7867737602787224,&quot;lineJoin&quot;:&quot;round&quot;}],&quot;isLocked&quot;:false,&quot;parent&quot;:{&quot;type&quot;:&quot;CHILD&quot;,&quot;parentId&quot;:&quot;27935d7f-1e5e-4d93-a590-358ae558edcd&quot;,&quot;order&quot;:&quot;2&quot;}},&quot;27935d7f-1e5e-4d93-a590-358ae558edcd&quot;:{&quot;type&quot;:&quot;FIGURE_OBJECT&quot;,&quot;id&quot;:&quot;27935d7f-1e5e-4d93-a590-358ae558edcd&quot;,&quot;parent&quot;:{&quot;type&quot;:&quot;CHILD&quot;,&quot;parentId&quot;:&quot;521e8690-9129-4b78-9994-c782dbce9fae&quot;,&quot;order&quot;:&quot;7&quot;},&quot;relativeTransform&quot;:{&quot;translate&quot;:{&quot;x&quot;:102.64696853024323,&quot;y&quot;:-54.32746722021488},&quot;rotate&quot;:0}},&quot;aca42195-8350-4f01-9fa7-451fb11b1124&quot;:{&quot;type&quot;:&quot;FIGURE_OBJECT&quot;,&quot;id&quot;:&quot;aca42195-8350-4f01-9fa7-451fb11b1124&quot;,&quot;relativeTransform&quot;:{&quot;translate&quot;:{&quot;x&quot;:-26.520238956952323,&quot;y&quot;:-118.07882032907277},&quot;rotate&quot;:0},&quot;opacity&quot;:1,&quot;path&quot;:{&quot;type&quot;:&quot;RECT&quot;,&quot;size&quot;:{&quot;x&quot;:68.4149750332833,&quot;y&quot;:55.40125695630005},&quot;cornerRounding&quot;:{&quot;type&quot;:&quot;ARC_LENGTH&quot;,&quot;global&quot;:6.1793066633221265}},&quot;pathStyles&quot;:[{&quot;type&quot;:&quot;FILL&quot;,&quot;fillStyle&quot;:&quot;rgb(228, 245, 250)&quot;},{&quot;type&quot;:&quot;STROKE&quot;,&quot;strokeStyle&quot;:&quot;rgba(48, 110, 128, 1)&quot;,&quot;lineWidth&quot;:0.7867737602787224,&quot;lineJoin&quot;:&quot;round&quot;}],&quot;isLocked&quot;:false,&quot;parent&quot;:{&quot;type&quot;:&quot;CHILD&quot;,&quot;parentId&quot;:&quot;521e8690-9129-4b78-9994-c782dbce9fae&quot;,&quot;order&quot;:&quot;6&quot;}},&quot;521e8690-9129-4b78-9994-c782dbce9fae&quot;:{&quot;type&quot;:&quot;FIGURE_OBJECT&quot;,&quot;id&quot;:&quot;521e8690-9129-4b78-9994-c782dbce9fae&quot;,&quot;parent&quot;:{&quot;type&quot;:&quot;CHILD&quot;,&quot;parentId&quot;:&quot;4b9f7a17-e539-4340-a7d3-72d677f4b0a0&quot;,&quot;order&quot;:&quot;99999999999999999999999999&quot;},&quot;relativeTransform&quot;:{&quot;translate&quot;:{&quot;x&quot;:-3.0841296281941197,&quot;y&quot;:-61.92771502155625},&quot;rotate&quot;:0,&quot;skewX&quot;:0,&quot;scale&quot;:{&quot;x&quot;:1,&quot;y&quot;:1}}},&quot;4d349fd0-4fa8-4312-bb1c-e271f1b3d428&quot;:{&quot;type&quot;:&quot;FIGURE_OBJECT&quot;,&quot;id&quot;:&quot;4d349fd0-4fa8-4312-bb1c-e271f1b3d428&quot;,&quot;relativeTransform&quot;:{&quot;translate&quot;:{&quot;x&quot;:-129.24570376457407,&quot;y&quot;:-198.26324830579614},&quot;rotate&quot;:0,&quot;skewX&quot;:0,&quot;scale&quot;:{&quot;x&quot;:1,&quot;y&quot;:1}},&quot;opacity&quot;:1,&quot;path&quot;:{&quot;type&quot;:&quot;POLY_LINE&quot;,&quot;points&quot;:[{&quot;x&quot;:-22.187220662188192,&quot;y&quot;:0},{&quot;x&quot;:22.187220662188192,&quot;y&quot;:0}],&quot;closed&quot;:false},&quot;pathStyles&quot;:[{&quot;type&quot;:&quot;FILL&quot;,&quot;fillStyle&quot;:&quot;rgba(0,0,0,0)&quot;},{&quot;type&quot;:&quot;STROKE&quot;,&quot;strokeStyle&quot;:&quot;rgba(48, 110, 128, 1)&quot;,&quot;lineWidth&quot;:6.338782338413281,&quot;lineJoin&quot;:&quot;round&quot;}],&quot;pathMarkers&quot;:{&quot;markerEnd&quot;:{&quot;type&quot;:&quot;PATH&quot;,&quot;units&quot;:{&quot;type&quot;:&quot;STROKE_WIDTH&quot;,&quot;scale&quot;:0.6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b9f7a17-e539-4340-a7d3-72d677f4b0a0&quot;,&quot;order&quot;:&quot;9999999999999999999999999999&quot;},&quot;connectorInfo&quot;:{&quot;connectedObjects&quot;:[],&quot;type&quot;:&quot;LINE&quot;,&quot;offset&quot;:{&quot;x&quot;:0,&quot;y&quot;:0},&quot;bending&quot;:0.1,&quot;firstElementIsHead&quot;:true,&quot;customized&quot;:false}},&quot;c4a2c1ee-83a2-4ccb-a9e6-20de7683d13a&quot;:{&quot;relativeTransform&quot;:{&quot;translate&quot;:{&quot;x&quot;:144.31274664178045,&quot;y&quot;:-282.8329792431596},&quot;rotate&quot;:0,&quot;skewX&quot;:0,&quot;scale&quot;:{&quot;x&quot;:1,&quot;y&quot;:1}},&quot;type&quot;:&quot;FIGURE_OBJECT&quot;,&quot;id&quot;:&quot;c4a2c1ee-83a2-4ccb-a9e6-20de7683d13a&quot;,&quot;parent&quot;:{&quot;type&quot;:&quot;CHILD&quot;,&quot;parentId&quot;:&quot;4b9f7a17-e539-4340-a7d3-72d677f4b0a0&quot;,&quot;order&quot;:&quot;99999999999999999999999999998&quot;},&quot;name&quot;:&quot;Water sample collection&quot;,&quot;displayName&quot;:&quot;Water sample collection&quot;,&quot;source&quot;:{&quot;id&quot;:&quot;63d80e582d618fcd9bfd519b&quot;,&quot;type&quot;:&quot;ASSETS&quot;},&quot;isPremium&quot;:true},&quot;c9d9c332-56f1-4592-a324-7eb936b799c0&quot;:{&quot;type&quot;:&quot;FIGURE_OBJECT&quot;,&quot;id&quot;:&quot;c9d9c332-56f1-4592-a324-7eb936b799c0&quot;,&quot;name&quot;:&quot;Lake (side view)&quot;,&quot;relativeTransform&quot;:{&quot;translate&quot;:{&quot;x&quot;:-396.93318291414306,&quot;y&quot;:95.89731761169834},&quot;rotate&quot;:0,&quot;skewX&quot;:0,&quot;scale&quot;:{&quot;x&quot;:0.21787293091145438,&quot;y&quot;:0.21787293091145435}},&quot;opacity&quot;:1,&quot;image&quot;:{&quot;url&quot;:&quot;https://res.cloudinary.com/dlcjuc3ej/image/upload/v1532644691/hfrpllbinkpngssmflnn.svg#/keystone/api/icons/5b5a4d550bb8280014d9fa7b/lake-side-view.svg&quot;,&quot;size&quot;:{&quot;x&quot;:719,&quot;y&quot;:187},&quot;isPremium&quot;:false},&quot;source&quot;:{&quot;id&quot;:&quot;5b5a33a354d92500147c2a23&quot;,&quot;type&quot;:&quot;ASSETS&quot;},&quot;pathStyles&quot;:[{&quot;type&quot;:&quot;FILL&quot;,&quot;fillStyle&quot;:&quot;rgb(0,0,0)&quot;}],&quot;isLocked&quot;:false,&quot;parent&quot;:{&quot;type&quot;:&quot;CHILD&quot;,&quot;parentId&quot;:&quot;c4a2c1ee-83a2-4ccb-a9e6-20de7683d13a&quot;,&quot;order&quot;:&quot;2&quot;}},&quot;db05d939-df49-42c7-86c1-a4c96d50a5b7&quot;:{&quot;type&quot;:&quot;FIGURE_OBJECT&quot;,&quot;id&quot;:&quot;db05d939-df49-42c7-86c1-a4c96d50a5b7&quot;,&quot;parent&quot;:{&quot;type&quot;:&quot;CHILD&quot;,&quot;parentId&quot;:&quot;c4a2c1ee-83a2-4ccb-a9e6-20de7683d13a&quot;,&quot;order&quot;:&quot;5&quot;},&quot;relativeTransform&quot;:{&quot;translate&quot;:{&quot;x&quot;:180.15545855813983,&quot;y&quot;:-31.283948681875472},&quot;rotate&quot;:0}},&quot;ae2e1fdb-a999-4ba9-937c-2f7cd988a077&quot;:{&quot;id&quot;:&quot;ae2e1fdb-a999-4ba9-937c-2f7cd988a077&quot;,&quot;name&quot;:&quot;Beaker (pouring)&quot;,&quot;displayName&quot;:&quot;&quot;,&quot;type&quot;:&quot;FIGURE_OBJECT&quot;,&quot;relativeTransform&quot;:{&quot;translate&quot;:{&quot;x&quot;:-572.0833566053813,&quot;y&quot;:108.05364900807535},&quot;rotate&quot;:0,&quot;skewX&quot;:1.9100187997147965e-17,&quot;scale&quot;:{&quot;x&quot;:0.36938047544795627,&quot;y&quot;:0.3693804754479564}},&quot;image&quot;:{&quot;url&quot;:&quot;https://icons.biorender.com/biorender/5f35a9658d485800287e5229/20200813210027/image/beaker-pouring.png&quot;,&quot;fallbackUrl&quot;:&quot;https://res.cloudinary.com/dlcjuc3ej/image/upload/v1597352427/exd80mg9fcya9fwxzrj7.svg#/keystone/api/icons/5f35a9658d485800287e5229/20200813210027/image/beaker-pouring.svg&quot;,&quot;isPremium&quot;:true,&quot;size&quot;:{&quot;x&quot;:132,&quot;y&quot;:119.74683544303797}},&quot;source&quot;:{&quot;id&quot;:&quot;5f35a9658d485800287e5229&quot;,&quot;type&quot;:&quot;ASSETS&quot;},&quot;isPremium&quot;:true,&quot;parent&quot;:{&quot;type&quot;:&quot;CHILD&quot;,&quot;parentId&quot;:&quot;db05d939-df49-42c7-86c1-a4c96d50a5b7&quot;,&quot;order&quot;:&quot;2&quot;},&quot;opacity&quot;:0.3},&quot;f768c537-7035-4339-bb9a-a2a3e4e79f2a&quot;:{&quot;type&quot;:&quot;FIGURE_OBJECT&quot;,&quot;id&quot;:&quot;f768c537-7035-4339-bb9a-a2a3e4e79f2a&quot;,&quot;parent&quot;:{&quot;type&quot;:&quot;CHILD&quot;,&quot;parentId&quot;:&quot;db05d939-df49-42c7-86c1-a4c96d50a5b7&quot;,&quot;order&quot;:&quot;5&quot;},&quot;relativeTransform&quot;:{&quot;translate&quot;:{&quot;x&quot;:-450.03620306549453,&quot;y&quot;:41.569166692537195},&quot;rotate&quot;:0}},&quot;15f36b65-f8da-4c30-b910-65dee8083d03&quot;:{&quot;id&quot;:&quot;15f36b65-f8da-4c30-b910-65dee8083d03&quot;,&quot;name&quot;:&quot;Beaker (pouring)&quot;,&quot;displayName&quot;:&quot;&quot;,&quot;type&quot;:&quot;FIGURE_OBJECT&quot;,&quot;relativeTransform&quot;:{&quot;translate&quot;:{&quot;x&quot;:-122.04721607497505,&quot;y&quot;:66.48448231553817},&quot;rotate&quot;:0,&quot;skewX&quot;:1.9100187997147965e-17,&quot;scale&quot;:{&quot;x&quot;:0.36938047544795627,&quot;y&quot;:0.3693804754479564}},&quot;image&quot;:{&quot;url&quot;:&quot;https://icons.biorender.com/biorender/5f35a9658d485800287e5229/20200813210027/image/beaker-pouring.png&quot;,&quot;fallbackUrl&quot;:&quot;https://res.cloudinary.com/dlcjuc3ej/image/upload/v1597352427/exd80mg9fcya9fwxzrj7.svg#/keystone/api/icons/5f35a9658d485800287e5229/20200813210027/image/beaker-pouring.svg&quot;,&quot;isPremium&quot;:true,&quot;size&quot;:{&quot;x&quot;:132,&quot;y&quot;:119.74683544303797}},&quot;source&quot;:{&quot;id&quot;:&quot;5f35a9658d485800287e5229&quot;,&quot;type&quot;:&quot;ASSETS&quot;},&quot;isPremium&quot;:true,&quot;parent&quot;:{&quot;type&quot;:&quot;CHILD&quot;,&quot;parentId&quot;:&quot;f768c537-7035-4339-bb9a-a2a3e4e79f2a&quot;,&quot;order&quot;:&quot;5&quot;}},&quot;0fe78d91-d5a1-4cb6-875a-7e75fdf9757b&quot;:{&quot;type&quot;:&quot;FIGURE_OBJECT&quot;,&quot;id&quot;:&quot;0fe78d91-d5a1-4cb6-875a-7e75fdf9757b&quot;,&quot;parent&quot;:{&quot;type&quot;:&quot;CROP&quot;,&quot;parentId&quot;:&quot;f768c537-7035-4339-bb9a-a2a3e4e79f2a&quot;,&quot;order&quot;:&quot;5&quot;},&quot;relativeTransform&quot;:{&quot;translate&quot;:{&quot;x&quot;:-122.04721607497505,&quot;y&quot;:57.835090560263765},&quot;rotate&quot;:0,&quot;skewX&quot;:0,&quot;scale&quot;:{&quot;x&quot;:24.379111379565114,&quot;y&quot;:13.46667974939439}},&quot;path&quot;:{&quot;type&quot;:&quot;RECT&quot;,&quot;size&quot;:{&quot;x&quot;:2,&quot;y&quot;:2}},&quot;pathStyles&quot;:[{&quot;type&quot;:&quot;FILL&quot;,&quot;fillStyle&quot;:&quot;#fff&quot;}],&quot;isFrozen&quot;:true},&quot;85964042-f9d5-44bc-90d0-c730c42fb09d&quot;:{&quot;id&quot;:&quot;85964042-f9d5-44bc-90d0-c730c42fb09d&quot;,&quot;type&quot;:&quot;FIGURE_OBJECT&quot;,&quot;relativeTransform&quot;:{&quot;translate&quot;:{&quot;x&quot;:-345.4455586062809,&quot;y&quot;:-196.4383853661440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,&quot;color&quot;:&quot;black&quot;,&quot;fontWeight&quot;:&quot;bold&quot;,&quot;fontStyle&quot;:&quot;italic&quot;,&quot;decoration&quot;:&quot;none&quot;},&quot;range&quot;:[0,6]}],&quot;text&quot;:&quot;Biome 1&quot;}],&quot;_lastCaretLocation&quot;:{&quot;lineIndex&quot;:0,&quot;runIndex&quot;:-1,&quot;charIndex&quot;:-1,&quot;endOfLine&quot;:true}},&quot;format&quot;:&quot;BETTER_TEXT&quot;,&quot;size&quot;:{&quot;x&quot;:120,&quot;y&quot;:24.24},&quot;targetSize&quot;:{&quot;x&quot;:120,&quot;y&quot;:24.24}},&quot;parent&quot;:{&quot;type&quot;:&quot;CHILD&quot;,&quot;parentId&quot;:&quot;4b9f7a17-e539-4340-a7d3-72d677f4b0a0&quot;,&quot;order&quot;:&quot;999999999999999999999999999998&quot;}},&quot;d08d8255-65b8-478c-9c1d-524a46c1b8f3&quot;:{&quot;type&quot;:&quot;FIGURE_OBJECT&quot;,&quot;id&quot;:&quot;d08d8255-65b8-478c-9c1d-524a46c1b8f3&quot;,&quot;relativeTransform&quot;:{&quot;translate&quot;:{&quot;x&quot;:-33.21306536856167,&quot;y&quot;:-124.77164674068213},&quot;rotate&quot;:0},&quot;opacity&quot;:1,&quot;path&quot;:{&quot;type&quot;:&quot;RECT&quot;,&quot;size&quot;:{&quot;x&quot;:68.4149750332833,&quot;y&quot;:55.40125695630005},&quot;cornerRounding&quot;:{&quot;type&quot;:&quot;ARC_LENGTH&quot;,&quot;global&quot;:6.1793066633221265}},&quot;pathStyles&quot;:[{&quot;type&quot;:&quot;FILL&quot;,&quot;fillStyle&quot;:&quot;rgb(228, 245, 250)&quot;},{&quot;type&quot;:&quot;STROKE&quot;,&quot;strokeStyle&quot;:&quot;rgba(48, 110, 128, 1)&quot;,&quot;lineWidth&quot;:0.7867737602787224,&quot;lineJoin&quot;:&quot;round&quot;}],&quot;isLocked&quot;:false,&quot;parent&quot;:{&quot;type&quot;:&quot;CHILD&quot;,&quot;parentId&quot;:&quot;521e8690-9129-4b78-9994-c782dbce9fae&quot;,&quot;order&quot;:&quot;5&quot;}},&quot;46aa4850-c07a-4c91-9772-ae2a7e3cee85&quot;:{&quot;type&quot;:&quot;FIGURE_OBJECT&quot;,&quot;id&quot;:&quot;46aa4850-c07a-4c91-9772-ae2a7e3cee85&quot;,&quot;relativeTransform&quot;:{&quot;translate&quot;:{&quot;x&quot;:-39.90589178017101,&quot;y&quot;:-131.46447315229148},&quot;rotate&quot;:0},&quot;opacity&quot;:1,&quot;path&quot;:{&quot;type&quot;:&quot;RECT&quot;,&quot;size&quot;:{&quot;x&quot;:68.4149750332833,&quot;y&quot;:55.40125695630005},&quot;cornerRounding&quot;:{&quot;type&quot;:&quot;ARC_LENGTH&quot;,&quot;global&quot;:6.1793066633221265}},&quot;pathStyles&quot;:[{&quot;type&quot;:&quot;FILL&quot;,&quot;fillStyle&quot;:&quot;rgb(228, 245, 250)&quot;},{&quot;type&quot;:&quot;STROKE&quot;,&quot;strokeStyle&quot;:&quot;rgba(48, 110, 128, 1)&quot;,&quot;lineWidth&quot;:0.7867737602787224,&quot;lineJoin&quot;:&quot;round&quot;}],&quot;isLocked&quot;:false,&quot;parent&quot;:{&quot;type&quot;:&quot;CHILD&quot;,&quot;parentId&quot;:&quot;521e8690-9129-4b78-9994-c782dbce9fae&quot;,&quot;order&quot;:&quot;2&quot;}},&quot;efced949-f037-4ae1-b371-30856af2e4c6&quot;:{&quot;type&quot;:&quot;FIGURE_OBJECT&quot;,&quot;id&quot;:&quot;efced949-f037-4ae1-b371-30856af2e4c6&quot;,&quot;relativeTransform&quot;:{&quot;translate&quot;:{&quot;x&quot;:-46.59871819178036,&quot;y&quot;:-138.15729956390084},&quot;rotate&quot;:0},&quot;opacity&quot;:1,&quot;path&quot;:{&quot;type&quot;:&quot;RECT&quot;,&quot;size&quot;:{&quot;x&quot;:68.4149750332833,&quot;y&quot;:55.40125695630005},&quot;cornerRounding&quot;:{&quot;type&quot;:&quot;ARC_LENGTH&quot;,&quot;global&quot;:6.1793066633221265}},&quot;pathStyles&quot;:[{&quot;type&quot;:&quot;FILL&quot;,&quot;fillStyle&quot;:&quot;rgb(228, 245, 250)&quot;},{&quot;type&quot;:&quot;STROKE&quot;,&quot;strokeStyle&quot;:&quot;rgba(48, 110, 128, 1)&quot;,&quot;lineWidth&quot;:0.7867737602787224,&quot;lineJoin&quot;:&quot;round&quot;}],&quot;isLocked&quot;:false,&quot;parent&quot;:{&quot;type&quot;:&quot;CHILD&quot;,&quot;parentId&quot;:&quot;521e8690-9129-4b78-9994-c782dbce9fae&quot;,&quot;order&quot;:&quot;1&quot;}},&quot;5aab4b01-7ebf-4343-9efd-79762a3af4e8&quot;:{&quot;type&quot;:&quot;FIGURE_OBJECT&quot;,&quot;id&quot;:&quot;5aab4b01-7ebf-4343-9efd-79762a3af4e8&quot;,&quot;relativeTransform&quot;:{&quot;translate&quot;:{&quot;x&quot;:-0.9384445445771803,&quot;y&quot;:43.11144995174325},&quot;rotate&quot;:0,&quot;skewX&quot;:0,&quot;scale&quot;:{&quot;x&quot;:1,&quot;y&quot;:1}},&quot;opacity&quot;:1,&quot;path&quot;:{&quot;type&quot;:&quot;POLY_LINE&quot;,&quot;points&quot;:[{&quot;x&quot;:18.479588899230066,&quot;y&quot;:-272.29108541314474},{&quot;x&quot;:55.061632230358896,&quot;y&quot;:-286.92390274559625},{&quot;x&quot;:91.64367556148773,&quot;y&quot;:-272.2910854131447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,&quot;dashArray&quot;:[4]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b9f7a17-e539-4340-a7d3-72d677f4b0a0&quot;,&quot;order&quot;:&quot;9999999999999999999999999999995&quot;},&quot;connectorInfo&quot;:{&quot;connectedObjects&quot;:[],&quot;type&quot;:&quot;QUADRATIC&quot;,&quot;offset&quot;:{&quot;x&quot;:0,&quot;y&quot;:0},&quot;bending&quot;:-0.1,&quot;firstElementIsHead&quot;:true,&quot;customized&quot;:false}},&quot;f204bddb-dbd3-409d-b7ed-23334b3dc180&quot;:{&quot;relativeTransform&quot;:{&quot;translate&quot;:{&quot;x&quot;:343.9197777725175,&quot;y&quot;:-239.84854627626896},&quot;rotate&quot;:0,&quot;skewX&quot;:0,&quot;scale&quot;:{&quot;x&quot;:1,&quot;y&quot;:1}},&quot;type&quot;:&quot;FIGURE_OBJECT&quot;,&quot;id&quot;:&quot;f204bddb-dbd3-409d-b7ed-23334b3dc180&quot;,&quot;parent&quot;:{&quot;type&quot;:&quot;CHILD&quot;,&quot;parentId&quot;:&quot;4b9f7a17-e539-4340-a7d3-72d677f4b0a0&quot;,&quot;order&quot;:&quot;9999999999999999999999999999997&quot;},&quot;name&quot;:&quot;Blank table (layout, 4x4)&quot;,&quot;displayName&quot;:&quot;Blank table (layout, 4x4)&quot;,&quot;source&quot;:{&quot;id&quot;:&quot;639a211b9277224636f5c16c&quot;,&quot;type&quot;:&quot;ASSETS&quot;},&quot;isPremium&quot;:true},&quot;ce341160-33cd-48f1-ba85-4546e6ebe68a&quot;:{&quot;type&quot;:&quot;FIGURE_OBJECT&quot;,&quot;id&quot;:&quot;ce341160-33cd-48f1-ba85-4546e6ebe68a&quot;,&quot;relativeTransform&quot;:{&quot;translate&quot;:{&quot;x&quot;:-142.7175638701151,&quot;y&quot;:9.64473276174095},&quot;rotate&quot;:0,&quot;skewX&quot;:0,&quot;scale&quot;:{&quot;x&quot;:1,&quot;y&quot;:1}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02&quot;},&quot;layout&quot;:{&quot;sizeRatio&quot;:{&quot;x&quot;:0.88,&quot;y&quot;:0.88},&quot;keepAspectRatio&quot;:false}},&quot;cd90161d-7681-45a3-acd8-8d10ce159023&quot;:{&quot;type&quot;:&quot;FIGURE_OBJECT&quot;,&quot;id&quot;:&quot;cd90161d-7681-45a3-acd8-8d10ce159023&quot;,&quot;relativeTransform&quot;:{&quot;translate&quot;:{&quot;x&quot;:-80.32921554945072,&quot;y&quot;:9.611323439735562},&quot;rotate&quot;:0,&quot;skewX&quot;:0,&quot;scale&quot;:{&quot;x&quot;:1,&quot;y&quot;:1}},&quot;opacity&quot;:1,&quot;path&quot;:{&quot;type&quot;:&quot;RECT&quot;,&quot;size&quot;:{&quot;x&quot;:58.32514307171957,&quot;y&quot;:45.6626202779531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05&quot;},&quot;layout&quot;:{&quot;sizeRatio&quot;:{&quot;x&quot;:0.88,&quot;y&quot;:0.88},&quot;keepAspectRatio&quot;:false}},&quot;bb390053-30ff-4845-bc22-0767ebc71d90&quot;:{&quot;type&quot;:&quot;FIGURE_OBJECT&quot;,&quot;id&quot;:&quot;bb390053-30ff-4845-bc22-0767ebc71d90&quot;,&quot;relativeTransform&quot;:{&quot;translate&quot;:{&quot;x&quot;:-38.53793667070951,&quot;y&quot;:9.64473276174095},&quot;rotate&quot;:0,&quot;skewX&quot;:0,&quot;scale&quot;:{&quot;x&quot;:1,&quot;y&quot;:1}},&quot;opacity&quot;:1,&quot;path&quot;:{&quot;type&quot;:&quot;RECT&quot;,&quot;size&quot;:{&quot;x&quot;:17.58103044381946,&quot;y&quot;:45.5958016339424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07&quot;},&quot;layout&quot;:{&quot;sizeRatio&quot;:{&quot;x&quot;:0.88,&quot;y&quot;:0.88},&quot;keepAspectRatio&quot;:false}},&quot;28d4d373-2f33-4fe7-b8f1-d4819c6ebc3c&quot;:{&quot;type&quot;:&quot;FIGURE_OBJECT&quot;,&quot;id&quot;:&quot;28d4d373-2f33-4fe7-b8f1-d4819c6ebc3c&quot;,&quot;relativeTransform&quot;:{&quot;translate&quot;:{&quot;x&quot;:3.0797887647341184,&quot;y&quot;:9.645358549023253},&quot;rotate&quot;:0,&quot;skewX&quot;:0,&quot;scale&quot;:{&quot;x&quot;:1,&quot;y&quot;:1}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1&quot;},&quot;layout&quot;:{&quot;sizeRatio&quot;:{&quot;x&quot;:0.88,&quot;y&quot;:0.88},&quot;keepAspectRatio&quot;:false}},&quot;a03012bd-4a06-4cb4-81b4-12a9f0299b06&quot;:{&quot;type&quot;:&quot;FIGURE_OBJECT&quot;,&quot;id&quot;:&quot;a03012bd-4a06-4cb4-81b4-12a9f0299b06&quot;,&quot;relativeTransform&quot;:{&quot;translate&quot;:{&quot;x&quot;:-205.01329553479215,&quot;y&quot;:9.800645796833372},&quot;rotate&quot;:0},&quot;layout&quot;:{&quot;sizeRatio&quot;:{&quot;x&quot;:0.88,&quot;y&quot;:0.88},&quot;keepAspectRatio&quot;:false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22,231,247,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12&quot;}},&quot;0077518d-7dce-4f01-9b23-68c5344145fa&quot;:{&quot;type&quot;:&quot;FIGURE_OBJECT&quot;,&quot;id&quot;:&quot;0077518d-7dce-4f01-9b23-68c5344145fa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4]}],&quot;text&quot;:&quot;OTU 1&quot;}],&quot;verticalAlign&quot;:&quot;TOP&quot;,&quot;_lastCaretLocation&quot;:{&quot;lineIndex&quot;:0,&quot;runIndex&quot;:-1,&quot;charIndex&quot;:-1,&quot;endOfLine&quot;:true}},&quot;size&quot;:{&quot;x&quot;:51.39962517315011,&quot;y&quot;:13},&quot;targetSize&quot;:{&quot;x&quot;:51.39962517315011,&quot;y&quot;:2},&quot;format&quot;:&quot;BETTER_TEXT&quot;,&quot;verticalAlign&quot;:&quot;TOP&quot;},&quot;parent&quot;:{&quot;type&quot;:&quot;CHILD&quot;,&quot;parentId&quot;:&quot;a03012bd-4a06-4cb4-81b4-12a9f0299b06&quot;,&quot;order&quot;:&quot;5&quot;}},&quot;adbdc21c-bcdb-4a32-b4af-36eaffdec3e3&quot;:{&quot;type&quot;:&quot;FIGURE_OBJECT&quot;,&quot;id&quot;:&quot;adbdc21c-bcdb-4a32-b4af-36eaffdec3e3&quot;,&quot;relativeTransform&quot;:{&quot;translate&quot;:{&quot;x&quot;:-142.83698524921948,&quot;y&quot;:58.04177261752955},&quot;rotate&quot;:0,&quot;skewX&quot;:0,&quot;scale&quot;:{&quot;x&quot;:1,&quot;y&quot;:1}},&quot;opacity&quot;:1,&quot;path&quot;:{&quot;type&quot;:&quot;RECT&quot;,&quot;size&quot;:{&quot;x&quot;:58.64750772769751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0,0,0,0)&quot;,&quot;lineWidth&quot;:0,&quot;lineJoin&quot;:&quot;round&quot;}],&quot;isLocked&quot;:false,&quot;parent&quot;:{&quot;type&quot;:&quot;CHILD&quot;,&quot;parentId&quot;:&quot;f204bddb-dbd3-409d-b7ed-23334b3dc180&quot;,&quot;order&quot;:&quot;15&quot;},&quot;layout&quot;:{&quot;sizeRatio&quot;:{&quot;x&quot;:0.88,&quot;y&quot;:0.88},&quot;keepAspectRatio&quot;:false}},&quot;ea8c9445-1a8b-491d-acb1-80d5f82f1b1d&quot;:{&quot;type&quot;:&quot;FIGURE_OBJECT&quot;,&quot;id&quot;:&quot;ea8c9445-1a8b-491d-acb1-80d5f82f1b1d&quot;,&quot;relativeTransform&quot;:{&quot;translate&quot;:{&quot;x&quot;:-80.33149680273907,&quot;y&quot;:57.96920352274834},&quot;rotate&quot;:0,&quot;skewX&quot;:0,&quot;scale&quot;:{&quot;x&quot;:1,&quot;y&quot;:1}},&quot;opacity&quot;:1,&quot;path&quot;:{&quot;type&quot;:&quot;RECT&quot;,&quot;size&quot;:{&quot;x&quot;:58.5072071634528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2&quot;},&quot;layout&quot;:{&quot;sizeRatio&quot;:{&quot;x&quot;:0.88,&quot;y&quot;:0.88},&quot;keepAspectRatio&quot;:false}},&quot;7a2c5ee6-ebed-4dc3-a3cc-c1e324b2b301&quot;:{&quot;type&quot;:&quot;FIGURE_OBJECT&quot;,&quot;id&quot;:&quot;7a2c5ee6-ebed-4dc3-a3cc-c1e324b2b301&quot;,&quot;relativeTransform&quot;:{&quot;translate&quot;:{&quot;x&quot;:3.0797887647341184,&quot;y&quot;:58.06331796118387},&quot;rotate&quot;:0,&quot;skewX&quot;:0,&quot;scale&quot;:{&quot;x&quot;:1,&quot;y&quot;:1}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25&quot;},&quot;layout&quot;:{&quot;sizeRatio&quot;:{&quot;x&quot;:0.88,&quot;y&quot;:0.88},&quot;keepAspectRatio&quot;:false}},&quot;19dbc1ea-a6ee-4075-a490-487e23aff60f&quot;:{&quot;type&quot;:&quot;FIGURE_OBJECT&quot;,&quot;id&quot;:&quot;19dbc1ea-a6ee-4075-a490-487e23aff60f&quot;,&quot;relativeTransform&quot;:{&quot;translate&quot;:{&quot;x&quot;:-205.01329553479215,&quot;y&quot;:57.77361701260484},&quot;rotate&quot;:0},&quot;layout&quot;:{&quot;sizeRatio&quot;:{&quot;x&quot;:0.88,&quot;y&quot;:0.88},&quot;keepAspectRatio&quot;:false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22,231,247,1)&quot;},{&quot;type&quot;:&quot;STROKE&quot;,&quot;strokeStyle&quot;:&quot;#95AAD3&quot;,&quot;lineWidth&quot;:0,&quot;lineJoin&quot;:&quot;round&quot;}],&quot;isLocked&quot;:false,&quot;parent&quot;:{&quot;type&quot;:&quot;CHILD&quot;,&quot;parentId&quot;:&quot;f204bddb-dbd3-409d-b7ed-23334b3dc180&quot;,&quot;order&quot;:&quot;3&quot;}},&quot;d3fd8dca-7b9b-4cfc-940d-e410f15ad0d7&quot;:{&quot;type&quot;:&quot;FIGURE_OBJECT&quot;,&quot;id&quot;:&quot;d3fd8dca-7b9b-4cfc-940d-e410f15ad0d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4]}],&quot;text&quot;:&quot;OTU 2&quot;}],&quot;verticalAlign&quot;:&quot;TOP&quot;,&quot;_lastCaretLocation&quot;:{&quot;lineIndex&quot;:0,&quot;runIndex&quot;:-1,&quot;charIndex&quot;:-1,&quot;endOfLine&quot;:true}},&quot;size&quot;:{&quot;x&quot;:51.39962517315011,&quot;y&quot;:13},&quot;targetSize&quot;:{&quot;x&quot;:51.39962517315011,&quot;y&quot;:2},&quot;format&quot;:&quot;BETTER_TEXT&quot;,&quot;verticalAlign&quot;:&quot;TOP&quot;},&quot;parent&quot;:{&quot;type&quot;:&quot;CHILD&quot;,&quot;parentId&quot;:&quot;19dbc1ea-a6ee-4075-a490-487e23aff60f&quot;,&quot;order&quot;:&quot;5&quot;}},&quot;4948891e-e753-448f-83cb-e8cb498efb4e&quot;:{&quot;type&quot;:&quot;FIGURE_OBJECT&quot;,&quot;id&quot;:&quot;4948891e-e753-448f-83cb-e8cb498efb4e&quot;,&quot;relativeTransform&quot;:{&quot;translate&quot;:{&quot;x&quot;:-142.70721736510944,&quot;y&quot;:-27.93620539326076},&quot;rotate&quot;:0},&quot;layout&quot;:{&quot;sizeRatio&quot;:{&quot;x&quot;:0.88,&quot;y&quot;:0.88},&quot;keepAspectRatio&quot;:false},&quot;opacity&quot;:1,&quot;path&quot;:{&quot;type&quot;:&quot;RECT&quot;,&quot;size&quot;:{&quot;x&quot;:58.38797195947742,&quot;y&quot;:27.371793264655125},&quot;cornerRounding&quot;:{&quot;type&quot;:&quot;ARC_LENGTH&quot;,&quot;global&quot;:0}},&quot;pathStyles&quot;:[{&quot;type&quot;:&quot;FILL&quot;,&quot;fillStyle&quot;:&quot;rgba(222, 231, 247, 1)&quot;},{&quot;type&quot;:&quot;STROKE&quot;,&quot;strokeStyle&quot;:&quot;rgba(70,69,70,1)&quot;,&quot;lineWidth&quot;:0,&quot;lineJoin&quot;:&quot;round&quot;}],&quot;isLocked&quot;:false,&quot;parent&quot;:{&quot;type&quot;:&quot;CHILD&quot;,&quot;parentId&quot;:&quot;f204bddb-dbd3-409d-b7ed-23334b3dc180&quot;,&quot;order&quot;:&quot;35&quot;}},&quot;222593d6-8568-4df5-9420-d165dfe8fad4&quot;:{&quot;type&quot;:&quot;FIGURE_OBJECT&quot;,&quot;id&quot;:&quot;222593d6-8568-4df5-9420-d165dfe8fad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4,&quot;color&quot;:&quot;rgb(0,0,0)&quot;,&quot;fontWeight&quot;:&quot;bold&quot;,&quot;fontStyle&quot;:&quot;normal&quot;,&quot;decoration&quot;:&quot;none&quot;,&quot;script&quot;:&quot;none&quot;},&quot;range&quot;:[0,7]}],&quot;text&quot;:&quot;Sample 1&quot;}],&quot;verticalAlign&quot;:&quot;TOP&quot;,&quot;_lastCaretLocation&quot;:{&quot;lineIndex&quot;:0,&quot;runIndex&quot;:-1,&quot;charIndex&quot;:-1,&quot;endOfLine&quot;:true}},&quot;size&quot;:{&quot;x&quot;:51.381415324340125,&quot;y&quot;:13},&quot;targetSize&quot;:{&quot;x&quot;:51.381415324340125,&quot;y&quot;:2},&quot;format&quot;:&quot;BETTER_TEXT&quot;,&quot;verticalAlign&quot;:&quot;TOP&quot;},&quot;parent&quot;:{&quot;type&quot;:&quot;CHILD&quot;,&quot;parentId&quot;:&quot;4948891e-e753-448f-83cb-e8cb498efb4e&quot;,&quot;order&quot;:&quot;5&quot;}},&quot;e58c91dc-40ff-43a9-9d60-538246f1c719&quot;:{&quot;type&quot;:&quot;FIGURE_OBJECT&quot;,&quot;id&quot;:&quot;e58c91dc-40ff-43a9-9d60-538246f1c719&quot;,&quot;relativeTransform&quot;:{&quot;translate&quot;:{&quot;x&quot;:-80.35219194325732,&quot;y&quot;:-27.93620539326076},&quot;rotate&quot;:0},&quot;layout&quot;:{&quot;sizeRatio&quot;:{&quot;x&quot;:0.88,&quot;y&quot;:0.88},&quot;keepAspectRatio&quot;:false},&quot;opacity&quot;:1,&quot;path&quot;:{&quot;type&quot;:&quot;RECT&quot;,&quot;size&quot;:{&quot;x&quot;:58.371095859332755,&quot;y&quot;:27.371793264655125},&quot;cornerRounding&quot;:{&quot;type&quot;:&quot;ARC_LENGTH&quot;,&quot;global&quot;:0}},&quot;pathStyles&quot;:[{&quot;type&quot;:&quot;FILL&quot;,&quot;fillStyle&quot;:&quot;rgba(222, 231, 247, 1)&quot;},{&quot;type&quot;:&quot;STROKE&quot;,&quot;strokeStyle&quot;:&quot;rgba(70,69,70,1)&quot;,&quot;lineWidth&quot;:0,&quot;lineJoin&quot;:&quot;round&quot;}],&quot;isLocked&quot;:false,&quot;parent&quot;:{&quot;type&quot;:&quot;CHILD&quot;,&quot;parentId&quot;:&quot;f204bddb-dbd3-409d-b7ed-23334b3dc180&quot;,&quot;order&quot;:&quot;4&quot;}},&quot;79de285c-f09e-46d4-a71c-7fc30c303983&quot;:{&quot;type&quot;:&quot;FIGURE_OBJECT&quot;,&quot;id&quot;:&quot;79de285c-f09e-46d4-a71c-7fc30c30398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7]}],&quot;text&quot;:&quot;Sample 2&quot;}],&quot;verticalAlign&quot;:&quot;TOP&quot;,&quot;_lastCaretLocation&quot;:{&quot;lineIndex&quot;:0,&quot;runIndex&quot;:-1,&quot;charIndex&quot;:-1,&quot;endOfLine&quot;:true}},&quot;size&quot;:{&quot;x&quot;:51.36656435621283,&quot;y&quot;:13},&quot;targetSize&quot;:{&quot;x&quot;:51.36656435621283,&quot;y&quot;:2},&quot;format&quot;:&quot;BETTER_TEXT&quot;,&quot;verticalAlign&quot;:&quot;TOP&quot;},&quot;parent&quot;:{&quot;type&quot;:&quot;CHILD&quot;,&quot;parentId&quot;:&quot;e58c91dc-40ff-43a9-9d60-538246f1c719&quot;,&quot;order&quot;:&quot;5&quot;}},&quot;7336c07b-706f-443f-bce5-fc59ae06ac55&quot;:{&quot;type&quot;:&quot;FIGURE_OBJECT&quot;,&quot;id&quot;:&quot;7336c07b-706f-443f-bce5-fc59ae06ac55&quot;,&quot;relativeTransform&quot;:{&quot;translate&quot;:{&quot;x&quot;:-38.55774503544359,&quot;y&quot;:-27.9362053932607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7.54141371435131,&quot;y&quot;:27.371793264655125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5&quot;}},&quot;833ff220-0a90-4481-b34e-abf26e255720&quot;:{&quot;type&quot;:&quot;FIGURE_OBJECT&quot;,&quot;id&quot;:&quot;833ff220-0a90-4481-b34e-abf26e25572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5.436444068629152,&quot;y&quot;:13},&quot;targetSize&quot;:{&quot;x&quot;:15.436444068629152,&quot;y&quot;:2},&quot;format&quot;:&quot;BETTER_TEXT&quot;,&quot;verticalAlign&quot;:&quot;TOP&quot;},&quot;parent&quot;:{&quot;type&quot;:&quot;CHILD&quot;,&quot;parentId&quot;:&quot;7336c07b-706f-443f-bce5-fc59ae06ac55&quot;,&quot;order&quot;:&quot;5&quot;}},&quot;9ea8059b-eed9-440b-aeed-9a90f7be0388&quot;:{&quot;type&quot;:&quot;FIGURE_OBJECT&quot;,&quot;id&quot;:&quot;9ea8059b-eed9-440b-aeed-9a90f7be0388&quot;,&quot;relativeTransform&quot;:{&quot;translate&quot;:{&quot;x&quot;:2.97370639025187,&quot;y&quot;:-27.93557960597845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58.196500220524214,&quot;y&quot;:27.371793264655125},&quot;cornerRounding&quot;:{&quot;type&quot;:&quot;ARC_LENGTH&quot;,&quot;global&quot;:0}},&quot;pathStyles&quot;:[{&quot;type&quot;:&quot;FILL&quot;,&quot;fillStyle&quot;:&quot;rgba(222, 231, 247, 1)&quot;},{&quot;type&quot;:&quot;STROKE&quot;,&quot;strokeStyle&quot;:&quot;rgba(70,69,70,1)&quot;,&quot;lineWidth&quot;:0,&quot;lineJoin&quot;:&quot;round&quot;}],&quot;isLocked&quot;:false,&quot;parent&quot;:{&quot;type&quot;:&quot;CHILD&quot;,&quot;parentId&quot;:&quot;f204bddb-dbd3-409d-b7ed-23334b3dc180&quot;,&quot;order&quot;:&quot;52&quot;}},&quot;2c40e71f-0a77-4d61-b743-9ae68e23273f&quot;:{&quot;type&quot;:&quot;FIGURE_OBJECT&quot;,&quot;id&quot;:&quot;2c40e71f-0a77-4d61-b743-9ae68e23273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4,&quot;color&quot;:&quot;rgb(0,0,0)&quot;,&quot;fontWeight&quot;:&quot;bold&quot;,&quot;fontStyle&quot;:&quot;normal&quot;,&quot;decoration&quot;:&quot;none&quot;,&quot;script&quot;:&quot;none&quot;},&quot;range&quot;:[0,7]}],&quot;text&quot;:&quot;Sample n&quot;}],&quot;verticalAlign&quot;:&quot;TOP&quot;,&quot;_lastCaretLocation&quot;:{&quot;lineIndex&quot;:0,&quot;runIndex&quot;:-1,&quot;charIndex&quot;:-1,&quot;endOfLine&quot;:true}},&quot;size&quot;:{&quot;x&quot;:51.212920194061304,&quot;y&quot;:13},&quot;targetSize&quot;:{&quot;x&quot;:51.212920194061304,&quot;y&quot;:2},&quot;format&quot;:&quot;BETTER_TEXT&quot;,&quot;verticalAlign&quot;:&quot;TOP&quot;},&quot;parent&quot;:{&quot;type&quot;:&quot;CHILD&quot;,&quot;parentId&quot;:&quot;9ea8059b-eed9-440b-aeed-9a90f7be0388&quot;,&quot;order&quot;:&quot;5&quot;}},&quot;bed5a2c6-e28c-4997-a0cd-2481b1c98706&quot;:{&quot;type&quot;:&quot;FIGURE_OBJECT&quot;,&quot;id&quot;:&quot;bed5a2c6-e28c-4997-a0cd-2481b1c98706&quot;,&quot;relativeTransform&quot;:{&quot;translate&quot;:{&quot;x&quot;:-202.31198403942122,&quot;y&quot;:88.10229390280449},&quot;rotate&quot;:1.5707963267948966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4.061347045350317,&quot;y&quot;:57.4101147223181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7&quot;}},&quot;2798a03a-0c75-497e-bf94-2c4539db0d2f&quot;:{&quot;type&quot;:&quot;FIGURE_OBJECT&quot;,&quot;id&quot;:&quot;2798a03a-0c75-497e-bf94-2c4539db0d2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2.373985399908278,&quot;y&quot;:13},&quot;targetSize&quot;:{&quot;x&quot;:12.373985399908278,&quot;y&quot;:2},&quot;format&quot;:&quot;BETTER_TEXT&quot;,&quot;verticalAlign&quot;:&quot;TOP&quot;},&quot;parent&quot;:{&quot;type&quot;:&quot;CHILD&quot;,&quot;parentId&quot;:&quot;bed5a2c6-e28c-4997-a0cd-2481b1c98706&quot;,&quot;order&quot;:&quot;5&quot;}},&quot;413b7c56-a422-4827-bca2-e0335335741c&quot;:{&quot;type&quot;:&quot;FIGURE_OBJECT&quot;,&quot;id&quot;:&quot;413b7c56-a422-4827-bca2-e0335335741c&quot;,&quot;relativeTransform&quot;:{&quot;translate&quot;:{&quot;x&quot;:-142.79755667619327,&quot;y&quot;:118.50335137386375},&quot;rotate&quot;:0,&quot;skewX&quot;:0,&quot;scale&quot;:{&quot;x&quot;:1,&quot;y&quot;:1}},&quot;opacity&quot;:1,&quot;path&quot;:{&quot;type&quot;:&quot;RECT&quot;,&quot;size&quot;:{&quot;x&quot;:58.64750772769751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0,0,0,0)&quot;,&quot;lineWidth&quot;:0,&quot;lineJoin&quot;:&quot;round&quot;}],&quot;isLocked&quot;:false,&quot;parent&quot;:{&quot;type&quot;:&quot;CHILD&quot;,&quot;parentId&quot;:&quot;f204bddb-dbd3-409d-b7ed-23334b3dc180&quot;,&quot;order&quot;:&quot;72&quot;},&quot;layout&quot;:{&quot;sizeRatio&quot;:{&quot;x&quot;:0.88,&quot;y&quot;:0.88},&quot;keepAspectRatio&quot;:false}},&quot;aeeb1c0d-e2c6-4ea9-ac4a-543a9559a0b5&quot;:{&quot;type&quot;:&quot;FIGURE_OBJECT&quot;,&quot;id&quot;:&quot;aeeb1c0d-e2c6-4ea9-ac4a-543a9559a0b5&quot;,&quot;relativeTransform&quot;:{&quot;translate&quot;:{&quot;x&quot;:-80.58148944067597,&quot;y&quot;:118.43078227908254},&quot;rotate&quot;:0,&quot;skewX&quot;:0,&quot;scale&quot;:{&quot;x&quot;:1,&quot;y&quot;:1}},&quot;opacity&quot;:1,&quot;path&quot;:{&quot;type&quot;:&quot;RECT&quot;,&quot;size&quot;:{&quot;x&quot;:58.5072071634528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75&quot;},&quot;layout&quot;:{&quot;sizeRatio&quot;:{&quot;x&quot;:0.88,&quot;y&quot;:0.88},&quot;keepAspectRatio&quot;:false}},&quot;b2d90acb-e808-4eb5-a619-e0b931cc013c&quot;:{&quot;type&quot;:&quot;FIGURE_OBJECT&quot;,&quot;id&quot;:&quot;b2d90acb-e808-4eb5-a619-e0b931cc013c&quot;,&quot;relativeTransform&quot;:{&quot;translate&quot;:{&quot;x&quot;:5.0601229864533295,&quot;y&quot;:118.7188967175181},&quot;rotate&quot;:0,&quot;skewX&quot;:0,&quot;scale&quot;:{&quot;x&quot;:1,&quot;y&quot;:1}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85&quot;},&quot;layout&quot;:{&quot;sizeRatio&quot;:{&quot;x&quot;:0.88,&quot;y&quot;:0.88},&quot;keepAspectRatio&quot;:false}},&quot;d246e256-552a-4646-abc4-7614aee0c14d&quot;:{&quot;type&quot;:&quot;FIGURE_OBJECT&quot;,&quot;id&quot;:&quot;d246e256-552a-4646-abc4-7614aee0c14d&quot;,&quot;relativeTransform&quot;:{&quot;translate&quot;:{&quot;x&quot;:-205.01362391171057,&quot;y&quot;:118.430749012024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22,231,247,1)&quot;},{&quot;type&quot;:&quot;STROKE&quot;,&quot;strokeStyle&quot;:&quot;#95AAD3&quot;,&quot;lineWidth&quot;:0,&quot;lineJoin&quot;:&quot;round&quot;}],&quot;isLocked&quot;:false,&quot;parent&quot;:{&quot;type&quot;:&quot;CHILD&quot;,&quot;parentId&quot;:&quot;f204bddb-dbd3-409d-b7ed-23334b3dc180&quot;,&quot;order&quot;:&quot;9&quot;}},&quot;8830e81f-8ced-484a-9910-4e5ea15d2390&quot;:{&quot;type&quot;:&quot;FIGURE_OBJECT&quot;,&quot;id&quot;:&quot;8830e81f-8ced-484a-9910-4e5ea15d239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4]}],&quot;text&quot;:&quot;OTU k&quot;}],&quot;verticalAlign&quot;:&quot;TOP&quot;,&quot;_lastCaretLocation&quot;:{&quot;lineIndex&quot;:0,&quot;runIndex&quot;:-1,&quot;charIndex&quot;:-1,&quot;endOfLine&quot;:true}},&quot;size&quot;:{&quot;x&quot;:51.39962517315011,&quot;y&quot;:13},&quot;targetSize&quot;:{&quot;x&quot;:51.39962517315011,&quot;y&quot;:2},&quot;format&quot;:&quot;BETTER_TEXT&quot;,&quot;verticalAlign&quot;:&quot;TOP&quot;},&quot;parent&quot;:{&quot;type&quot;:&quot;CHILD&quot;,&quot;parentId&quot;:&quot;d246e256-552a-4646-abc4-7614aee0c14d&quot;,&quot;order&quot;:&quot;5&quot;}},&quot;51666a4f-21e3-4e07-9eeb-df10d697380d&quot;:{&quot;type&quot;:&quot;FIGURE_OBJECT&quot;,&quot;id&quot;:&quot;51666a4f-21e3-4e07-9eeb-df10d697380d&quot;,&quot;relativeTransform&quot;:{&quot;translate&quot;:{&quot;x&quot;:-140.25443137413373,&quot;y&quot;:88.10216221068244},&quot;rotate&quot;:1.5707963267948966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4.061347045350317,&quot;y&quot;:57.4101147223181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5&quot;}},&quot;247c7151-ba70-44d7-974c-c51f390e84d0&quot;:{&quot;type&quot;:&quot;FIGURE_OBJECT&quot;,&quot;id&quot;:&quot;247c7151-ba70-44d7-974c-c51f390e84d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2.373985399908278,&quot;y&quot;:13},&quot;targetSize&quot;:{&quot;x&quot;:12.373985399908278,&quot;y&quot;:2},&quot;format&quot;:&quot;BETTER_TEXT&quot;,&quot;verticalAlign&quot;:&quot;TOP&quot;},&quot;parent&quot;:{&quot;type&quot;:&quot;CHILD&quot;,&quot;parentId&quot;:&quot;51666a4f-21e3-4e07-9eeb-df10d697380d&quot;,&quot;order&quot;:&quot;5&quot;}},&quot;228e9885-ce3f-4255-bcb1-6a08e227637f&quot;:{&quot;type&quot;:&quot;FIGURE_OBJECT&quot;,&quot;id&quot;:&quot;228e9885-ce3f-4255-bcb1-6a08e227637f&quot;,&quot;relativeTransform&quot;:{&quot;translate&quot;:{&quot;x&quot;:-77.92817187600363,&quot;y&quot;:88.36954622191779},&quot;rotate&quot;:1.5707963267948966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4.061347045350317,&quot;y&quot;:57.4101147223181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7&quot;}},&quot;aca6a7c2-cf9c-45e2-a162-9fbadd84b9b5&quot;:{&quot;type&quot;:&quot;FIGURE_OBJECT&quot;,&quot;id&quot;:&quot;aca6a7c2-cf9c-45e2-a162-9fbadd84b9b5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2.373985399908278,&quot;y&quot;:13},&quot;targetSize&quot;:{&quot;x&quot;:12.373985399908278,&quot;y&quot;:2},&quot;format&quot;:&quot;BETTER_TEXT&quot;,&quot;verticalAlign&quot;:&quot;TOP&quot;},&quot;parent&quot;:{&quot;type&quot;:&quot;CHILD&quot;,&quot;parentId&quot;:&quot;228e9885-ce3f-4255-bcb1-6a08e227637f&quot;,&quot;order&quot;:&quot;5&quot;}},&quot;08659659-4b7c-4337-89f7-1fc21c9bc2cc&quot;:{&quot;type&quot;:&quot;FIGURE_OBJECT&quot;,&quot;id&quot;:&quot;08659659-4b7c-4337-89f7-1fc21c9bc2cc&quot;,&quot;relativeTransform&quot;:{&quot;translate&quot;:{&quot;x&quot;:-35.932089225172014,&quot;y&quot;:86.48570988491677},&quot;rotate&quot;:0.7853981633974484,&quot;skewX&quot;:2.220446049250313e-16,&quot;scale&quot;:{&quot;x&quot;:1,&quot;y&quot;:1}},&quot;layout&quot;:{&quot;sizeRatio&quot;:{&quot;x&quot;:0.88,&quot;y&quot;:0.88},&quot;keepAspectRatio&quot;:false},&quot;opacity&quot;:1,&quot;path&quot;:{&quot;type&quot;:&quot;RECT&quot;,&quot;size&quot;:{&quot;x&quot;:14.061347045350317,&quot;y&quot;:17.28046643838705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8&quot;}},&quot;b8ba8045-52c6-402a-9d13-fa089a9c185c&quot;:{&quot;type&quot;:&quot;FIGURE_OBJECT&quot;,&quot;id&quot;:&quot;b8ba8045-52c6-402a-9d13-fa089a9c185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2.373985399908278,&quot;y&quot;:13},&quot;targetSize&quot;:{&quot;x&quot;:12.373985399908278,&quot;y&quot;:2},&quot;format&quot;:&quot;BETTER_TEXT&quot;,&quot;verticalAlign&quot;:&quot;TOP&quot;},&quot;parent&quot;:{&quot;type&quot;:&quot;CHILD&quot;,&quot;parentId&quot;:&quot;08659659-4b7c-4337-89f7-1fc21c9bc2cc&quot;,&quot;order&quot;:&quot;5&quot;}},&quot;604a2127-461c-433e-9d4d-d579b5b00f53&quot;:{&quot;type&quot;:&quot;FIGURE_OBJECT&quot;,&quot;id&quot;:&quot;604a2127-461c-433e-9d4d-d579b5b00f53&quot;,&quot;relativeTransform&quot;:{&quot;translate&quot;:{&quot;x&quot;:5.766717824790561,&quot;y&quot;:88.39105973454234},&quot;rotate&quot;:1.5707963267948966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4.061347045350317,&quot;y&quot;:57.4101147223181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9&quot;}},&quot;0e61abab-91dc-49ce-b4cd-e68d3c4d60d8&quot;:{&quot;type&quot;:&quot;FIGURE_OBJECT&quot;,&quot;id&quot;:&quot;0e61abab-91dc-49ce-b4cd-e68d3c4d60d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2.373985399908278,&quot;y&quot;:13},&quot;targetSize&quot;:{&quot;x&quot;:12.373985399908278,&quot;y&quot;:2},&quot;format&quot;:&quot;BETTER_TEXT&quot;,&quot;verticalAlign&quot;:&quot;TOP&quot;},&quot;parent&quot;:{&quot;type&quot;:&quot;CHILD&quot;,&quot;parentId&quot;:&quot;604a2127-461c-433e-9d4d-d579b5b00f53&quot;,&quot;order&quot;:&quot;5&quot;}},&quot;e0c57319-061e-46a7-aa88-63c27d44a550&quot;:{&quot;id&quot;:&quot;e0c57319-061e-46a7-aa88-63c27d44a55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666666666666666,&quot;color&quot;:&quot;black&quot;,&quot;fontWeight&quot;:&quot;bold&quot;,&quot;fontStyle&quot;:&quot;normal&quot;,&quot;decoration&quot;:&quot;none&quot;},&quot;range&quot;:[0,2]}],&quot;text&quot;:&quot;...&quot;}],&quot;_lastCaretLocation&quot;:{&quot;lineIndex&quot;:0,&quot;runIndex&quot;:-1,&quot;charIndex&quot;:-1,&quot;endOfLine&quot;:true}},&quot;format&quot;:&quot;BETTER_TEXT&quot;,&quot;size&quot;:{&quot;x&quot;:15.471306790561126,&quot;y&quot;:13},&quot;targetSize&quot;:{&quot;x&quot;:15.471306790561126,&quot;y&quot;:2}},&quot;parent&quot;:{&quot;type&quot;:&quot;CHILD&quot;,&quot;parentId&quot;:&quot;bb390053-30ff-4845-bc22-0767ebc71d90&quot;,&quot;order&quot;:&quot;5&quot;}},&quot;752e0a99-d523-42ab-bb59-b21dcf77b53b&quot;:{&quot;type&quot;:&quot;FIGURE_OBJECT&quot;,&quot;id&quot;:&quot;752e0a99-d523-42ab-bb59-b21dcf77b53b&quot;,&quot;relativeTransform&quot;:{&quot;translate&quot;:{&quot;x&quot;:-38.53793667070951,&quot;y&quot;:58.04168093695621},&quot;rotate&quot;:0,&quot;skewX&quot;:0,&quot;scale&quot;:{&quot;x&quot;:1,&quot;y&quot;:1}},&quot;opacity&quot;:1,&quot;path&quot;:{&quot;type&quot;:&quot;RECT&quot;,&quot;size&quot;:{&quot;x&quot;:17.58103044381946,&quot;y&quot;:45.5958016339424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95&quot;},&quot;layout&quot;:{&quot;sizeRatio&quot;:{&quot;x&quot;:0.88,&quot;y&quot;:0.88},&quot;keepAspectRatio&quot;:false}},&quot;8136a533-eaa7-495b-bf81-cfe484798911&quot;:{&quot;id&quot;:&quot;8136a533-eaa7-495b-bf81-cfe48479891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666666666666666,&quot;color&quot;:&quot;black&quot;,&quot;fontWeight&quot;:&quot;bold&quot;,&quot;fontStyle&quot;:&quot;normal&quot;,&quot;decoration&quot;:&quot;none&quot;},&quot;range&quot;:[0,2]}],&quot;text&quot;:&quot;...&quot;}],&quot;_lastCaretLocation&quot;:{&quot;lineIndex&quot;:0,&quot;runIndex&quot;:-1,&quot;charIndex&quot;:-1,&quot;endOfLine&quot;:true}},&quot;format&quot;:&quot;BETTER_TEXT&quot;,&quot;size&quot;:{&quot;x&quot;:15.471306790561126,&quot;y&quot;:13},&quot;targetSize&quot;:{&quot;x&quot;:15.471306790561126,&quot;y&quot;:2}},&quot;parent&quot;:{&quot;type&quot;:&quot;CHILD&quot;,&quot;parentId&quot;:&quot;752e0a99-d523-42ab-bb59-b21dcf77b53b&quot;,&quot;order&quot;:&quot;5&quot;}},&quot;e3e6046b-8a9d-4952-9f3b-9f32cd8f4d9b&quot;:{&quot;type&quot;:&quot;FIGURE_OBJECT&quot;,&quot;id&quot;:&quot;e3e6046b-8a9d-4952-9f3b-9f32cd8f4d9b&quot;,&quot;relativeTransform&quot;:{&quot;translate&quot;:{&quot;x&quot;:-38.53793667070951,&quot;y&quot;:118.43136866557083},&quot;rotate&quot;:0},&quot;opacity&quot;:1,&quot;path&quot;:{&quot;type&quot;:&quot;RECT&quot;,&quot;size&quot;:{&quot;x&quot;:17.58103044381946,&quot;y&quot;:45.5958016339424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97&quot;},&quot;layout&quot;:{&quot;sizeRatio&quot;:{&quot;x&quot;:0.88,&quot;y&quot;:0.88},&quot;keepAspectRatio&quot;:false}},&quot;656955aa-37ee-417b-9fe8-d266bf55ef5d&quot;:{&quot;id&quot;:&quot;656955aa-37ee-417b-9fe8-d266bf55ef5d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666666666666666,&quot;color&quot;:&quot;black&quot;,&quot;fontWeight&quot;:&quot;bold&quot;,&quot;fontStyle&quot;:&quot;normal&quot;,&quot;decoration&quot;:&quot;none&quot;},&quot;range&quot;:[0,2]}],&quot;text&quot;:&quot;...&quot;}],&quot;_lastCaretLocation&quot;:{&quot;lineIndex&quot;:0,&quot;runIndex&quot;:-1,&quot;charIndex&quot;:-1,&quot;endOfLine&quot;:true}},&quot;format&quot;:&quot;BETTER_TEXT&quot;,&quot;size&quot;:{&quot;x&quot;:15.471306790561126,&quot;y&quot;:13},&quot;targetSize&quot;:{&quot;x&quot;:15.471306790561126,&quot;y&quot;:2}},&quot;parent&quot;:{&quot;type&quot;:&quot;CHILD&quot;,&quot;parentId&quot;:&quot;e3e6046b-8a9d-4952-9f3b-9f32cd8f4d9b&quot;,&quot;order&quot;:&quot;5&quot;}},&quot;eec9e007-b0a5-471b-a0de-82599511a75f&quot;:{&quot;id&quot;:&quot;eec9e007-b0a5-471b-a0de-82599511a75f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00&quot;}],&quot;_lastCaretLocation&quot;:{&quot;lineIndex&quot;:0,&quot;runIndex&quot;:-1,&quot;charIndex&quot;:-1,&quot;endOfLine&quot;:true}},&quot;format&quot;:&quot;BETTER_TEXT&quot;,&quot;size&quot;:{&quot;x&quot;:51.39962517315011,&quot;y&quot;:15},&quot;targetSize&quot;:{&quot;x&quot;:51.39962517315011,&quot;y&quot;:2.32}},&quot;parent&quot;:{&quot;type&quot;:&quot;CHILD&quot;,&quot;parentId&quot;:&quot;ce341160-33cd-48f1-ba85-4546e6ebe68a&quot;,&quot;order&quot;:&quot;5&quot;}},&quot;e5390ca1-c83e-4921-9f7e-457bbcf19576&quot;:{&quot;id&quot;:&quot;e5390ca1-c83e-4921-9f7e-457bbcf19576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10&quot;}],&quot;_lastCaretLocation&quot;:{&quot;lineIndex&quot;:0,&quot;runIndex&quot;:-1,&quot;charIndex&quot;:-1,&quot;endOfLine&quot;:true}},&quot;format&quot;:&quot;BETTER_TEXT&quot;,&quot;size&quot;:{&quot;x&quot;:51.32612590311322,&quot;y&quot;:15},&quot;targetSize&quot;:{&quot;x&quot;:51.32612590311322,&quot;y&quot;:2.32}},&quot;parent&quot;:{&quot;type&quot;:&quot;CHILD&quot;,&quot;parentId&quot;:&quot;cd90161d-7681-45a3-acd8-8d10ce159023&quot;,&quot;order&quot;:&quot;5&quot;}},&quot;7713f977-b342-4f09-a858-8b16ece808b0&quot;:{&quot;id&quot;:&quot;7713f977-b342-4f09-a858-8b16ece808b0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10&quot;}],&quot;_lastCaretLocation&quot;:{&quot;lineIndex&quot;:0,&quot;runIndex&quot;:-1,&quot;charIndex&quot;:-1,&quot;endOfLine&quot;:true}},&quot;format&quot;:&quot;BETTER_TEXT&quot;,&quot;size&quot;:{&quot;x&quot;:51.39962517315011,&quot;y&quot;:15},&quot;targetSize&quot;:{&quot;x&quot;:51.39962517315011,&quot;y&quot;:2.32}},&quot;parent&quot;:{&quot;type&quot;:&quot;CHILD&quot;,&quot;parentId&quot;:&quot;28d4d373-2f33-4fe7-b8f1-d4819c6ebc3c&quot;,&quot;order&quot;:&quot;5&quot;}},&quot;62d40a5b-3468-4495-88ec-b3f52e9b6056&quot;:{&quot;id&quot;:&quot;62d40a5b-3468-4495-88ec-b3f52e9b6056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20&quot;}],&quot;_lastCaretLocation&quot;:{&quot;lineIndex&quot;:0,&quot;runIndex&quot;:-1,&quot;charIndex&quot;:-1,&quot;endOfLine&quot;:true}},&quot;format&quot;:&quot;BETTER_TEXT&quot;,&quot;size&quot;:{&quot;x&quot;:51.39962517315011,&quot;y&quot;:15},&quot;targetSize&quot;:{&quot;x&quot;:51.39962517315011,&quot;y&quot;:2.32}},&quot;parent&quot;:{&quot;type&quot;:&quot;CHILD&quot;,&quot;parentId&quot;:&quot;7a2c5ee6-ebed-4dc3-a3cc-c1e324b2b301&quot;,&quot;order&quot;:&quot;5&quot;}},&quot;696b637c-e5c2-43d2-a51a-a4b0ebec4c55&quot;:{&quot;id&quot;:&quot;696b637c-e5c2-43d2-a51a-a4b0ebec4c55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01&quot;}],&quot;_lastCaretLocation&quot;:{&quot;lineIndex&quot;:0,&quot;runIndex&quot;:-1,&quot;charIndex&quot;:-1,&quot;endOfLine&quot;:true}},&quot;format&quot;:&quot;BETTER_TEXT&quot;,&quot;size&quot;:{&quot;x&quot;:51.48634230383852,&quot;y&quot;:15},&quot;targetSize&quot;:{&quot;x&quot;:51.48634230383852,&quot;y&quot;:2.32}},&quot;parent&quot;:{&quot;type&quot;:&quot;CHILD&quot;,&quot;parentId&quot;:&quot;ea8c9445-1a8b-491d-acb1-80d5f82f1b1d&quot;,&quot;order&quot;:&quot;5&quot;}},&quot;272dd46c-adb2-40d7-9d83-a7804176c099&quot;:{&quot;id&quot;:&quot;272dd46c-adb2-40d7-9d83-a7804176c099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01&quot;}],&quot;_lastCaretLocation&quot;:{&quot;lineIndex&quot;:0,&quot;runIndex&quot;:-1,&quot;charIndex&quot;:-1,&quot;endOfLine&quot;:true}},&quot;format&quot;:&quot;BETTER_TEXT&quot;,&quot;size&quot;:{&quot;x&quot;:51.60980680037381,&quot;y&quot;:15},&quot;targetSize&quot;:{&quot;x&quot;:51.60980680037381,&quot;y&quot;:2.32}},&quot;parent&quot;:{&quot;type&quot;:&quot;CHILD&quot;,&quot;parentId&quot;:&quot;adbdc21c-bcdb-4a32-b4af-36eaffdec3e3&quot;,&quot;order&quot;:&quot;5&quot;}},&quot;d982ea37-b6b8-4cd7-9d60-07c6667021e6&quot;:{&quot;id&quot;:&quot;d982ea37-b6b8-4cd7-9d60-07c6667021e6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00&quot;}],&quot;_lastCaretLocation&quot;:{&quot;lineIndex&quot;:0,&quot;runIndex&quot;:-1,&quot;charIndex&quot;:-1,&quot;endOfLine&quot;:true}},&quot;format&quot;:&quot;BETTER_TEXT&quot;,&quot;size&quot;:{&quot;x&quot;:51.60980680037381,&quot;y&quot;:15},&quot;targetSize&quot;:{&quot;x&quot;:51.60980680037381,&quot;y&quot;:2.32}},&quot;parent&quot;:{&quot;type&quot;:&quot;CHILD&quot;,&quot;parentId&quot;:&quot;413b7c56-a422-4827-bca2-e0335335741c&quot;,&quot;order&quot;:&quot;5&quot;}},&quot;86b8d114-f41e-4284-bc2d-50ecc0bbe9ac&quot;:{&quot;id&quot;:&quot;86b8d114-f41e-4284-bc2d-50ecc0bbe9ac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20&quot;}],&quot;_lastCaretLocation&quot;:{&quot;lineIndex&quot;:0,&quot;runIndex&quot;:-1,&quot;charIndex&quot;:-1,&quot;endOfLine&quot;:true}},&quot;format&quot;:&quot;BETTER_TEXT&quot;,&quot;size&quot;:{&quot;x&quot;:51.48634230383852,&quot;y&quot;:15},&quot;targetSize&quot;:{&quot;x&quot;:51.48634230383852,&quot;y&quot;:2.32}},&quot;parent&quot;:{&quot;type&quot;:&quot;CHILD&quot;,&quot;parentId&quot;:&quot;aeeb1c0d-e2c6-4ea9-ac4a-543a9559a0b5&quot;,&quot;order&quot;:&quot;5&quot;}},&quot;73c2e1f9-7a30-4622-823b-f74119b1d93c&quot;:{&quot;id&quot;:&quot;73c2e1f9-7a30-4622-823b-f74119b1d93c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01&quot;}],&quot;_lastCaretLocation&quot;:{&quot;lineIndex&quot;:0,&quot;runIndex&quot;:-1,&quot;charIndex&quot;:-1,&quot;endOfLine&quot;:true}},&quot;format&quot;:&quot;BETTER_TEXT&quot;,&quot;size&quot;:{&quot;x&quot;:51.39962517315011,&quot;y&quot;:15},&quot;targetSize&quot;:{&quot;x&quot;:51.39962517315011,&quot;y&quot;:2.32}},&quot;parent&quot;:{&quot;type&quot;:&quot;CHILD&quot;,&quot;parentId&quot;:&quot;b2d90acb-e808-4eb5-a619-e0b931cc013c&quot;,&quot;order&quot;:&quot;5&quot;}},&quot;4525c092-1c8c-4054-ba78-a052488622a2&quot;:{&quot;id&quot;:&quot;4525c092-1c8c-4054-ba78-a052488622a2&quot;,&quot;type&quot;:&quot;FIGURE_OBJECT&quot;,&quot;relativeTransform&quot;:{&quot;translate&quot;:{&quot;x&quot;:244.29684743060903,&quot;y&quot;:-294.0902957853233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italic&quot;,&quot;decoration&quot;:&quot;none&quot;},&quot;range&quot;:[0,17]}],&quot;text&quot;:&quot;Relative abundance&quot;}],&quot;_lastCaretLocation&quot;:{&quot;lineIndex&quot;:0,&quot;runIndex&quot;:-1,&quot;charIndex&quot;:-1,&quot;endOfLine&quot;:true}},&quot;format&quot;:&quot;BETTER_TEXT&quot;,&quot;size&quot;:{&quot;x&quot;:120.18463134765625,&quot;y&quot;:24.24},&quot;targetSize&quot;:{&quot;x&quot;:120,&quot;y&quot;:24.24}},&quot;parent&quot;:{&quot;type&quot;:&quot;CHILD&quot;,&quot;parentId&quot;:&quot;4b9f7a17-e539-4340-a7d3-72d677f4b0a0&quot;,&quot;order&quot;:&quot;9999999999999999999999999999999&quot;}},&quot;dfe06c77-d41d-4e96-97dc-e3450e2429dd&quot;:{&quot;id&quot;:&quot;dfe06c77-d41d-4e96-97dc-e3450e2429dd&quot;,&quot;type&quot;:&quot;FIGURE_OBJECT&quot;,&quot;relativeTransform&quot;:{&quot;translate&quot;:{&quot;x&quot;:-39.33319159455637,&quot;y&quot;:-125.9130139685124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20]}],&quot;text&quot;:&quot;Microbial communities&quot;}],&quot;_lastCaretLocation&quot;:{&quot;lineIndex&quot;:0,&quot;runIndex&quot;:-1,&quot;charIndex&quot;:-1,&quot;endOfLine&quot;:true}},&quot;format&quot;:&quot;BETTER_TEXT&quot;,&quot;size&quot;:{&quot;x&quot;:89.902299997715,&quot;y&quot;:30},&quot;targetSize&quot;:{&quot;x&quot;:89.902299997715,&quot;y&quot;:30}},&quot;parent&quot;:{&quot;type&quot;:&quot;CHILD&quot;,&quot;parentId&quot;:&quot;4b9f7a17-e539-4340-a7d3-72d677f4b0a0&quot;,&quot;order&quot;:&quot;99999999999999999999999999999995&quot;}}}}"/>
  <p:tag name="TRANSPARENTBACKGROUND" val="false"/>
  <p:tag name="VERSION" val="1744124903266"/>
  <p:tag name="TITLE" val="MetaABaCo architecture"/>
  <p:tag name="CREATORNAME" val="Edir Sebastian Vidal Castro"/>
  <p:tag name="DATEINSERTED" val="174412493448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bec49e16d0970d1d116526"/>
  <p:tag name="BIOJSON" val="{&quot;id&quot;:&quot;66417e64-a202-4d6a-9b44-d36a169deccc&quot;,&quot;objects&quot;:{&quot;66417e64-a202-4d6a-9b44-d36a169deccc&quot;:{&quot;id&quot;:&quot;66417e64-a202-4d6a-9b44-d36a169deccc&quot;,&quot;type&quot;:&quot;FIGURE_OBJECT&quot;,&quot;document&quot;:{&quot;type&quot;:&quot;DOCUMENT_GROUP&quot;,&quot;canvasType&quot;:&quot;FIGURE&quot;,&quot;units&quot;:&quot;in&quot;}},&quot;8117d720-33d8-4c7c-9b1b-aaceaa397e81&quot;:{&quot;id&quot;:&quot;8117d720-33d8-4c7c-9b1b-aaceaa397e81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66417e64-a202-4d6a-9b44-d36a169deccc&quot;,&quot;type&quot;:&quot;FRAME&quot;,&quot;order&quot;:&quot;5&quot;}},&quot;4b9f7a17-e539-4340-a7d3-72d677f4b0a0&quot;:{&quot;id&quot;:&quot;4b9f7a17-e539-4340-a7d3-72d677f4b0a0&quot;,&quot;type&quot;:&quot;FIGURE_OBJECT&quot;,&quot;document&quot;:{&quot;type&quot;:&quot;FIGURE&quot;,&quot;canvasType&quot;:&quot;FIGURE&quot;,&quot;units&quot;:&quot;in&quot;},&quot;parent&quot;:{&quot;parentId&quot;:&quot;66417e64-a202-4d6a-9b44-d36a169deccc&quot;,&quot;type&quot;:&quot;DOCUMENT&quot;,&quot;order&quot;:&quot;5&quot;},&quot;layout&quot;:{&quot;sizeRatio&quot;:{&quot;x&quot;:0.88,&quot;y&quot;:0.88},&quot;keepAspectRatio&quot;:false}},&quot;6a4e3e88-6ea6-4b2e-8912-4b545616d5a4&quot;:{&quot;id&quot;:&quot;6a4e3e88-6ea6-4b2e-8912-4b545616d5a4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4b9f7a17-e539-4340-a7d3-72d677f4b0a0&quot;,&quot;order&quot;:&quot;5&quot;}},&quot;6f4ad60f-d59e-4f17-aec9-9366fa8997a1&quot;:{&quot;id&quot;:&quot;6f4ad60f-d59e-4f17-aec9-9366fa8997a1&quot;,&quot;type&quot;:&quot;FIGURE_OBJECT&quot;,&quot;guide&quot;:{&quot;type&quot;:&quot;GRID&quot;,&quot;distance&quot;:0.5,&quot;units&quot;:&quot;in&quot;},&quot;parent&quot;:{&quot;parentId&quot;:&quot;66417e64-a202-4d6a-9b44-d36a169deccc&quot;,&quot;type&quot;:&quot;GUIDE&quot;,&quot;order&quot;:&quot;5&quot;}},&quot;e5d055ef-b070-4006-9568-fdd1d95de909&quot;:{&quot;relativeTransform&quot;:{&quot;translate&quot;:{&quot;x&quot;:-29.685344528388605,&quot;y&quot;:45.709846414777154},&quot;rotate&quot;:0},&quot;type&quot;:&quot;FIGURE_OBJECT&quot;,&quot;id&quot;:&quot;e5d055ef-b070-4006-9568-fdd1d95de909&quot;,&quot;parent&quot;:{&quot;type&quot;:&quot;CHILD&quot;,&quot;parentId&quot;:&quot;27935d7f-1e5e-4d93-a590-358ae558edcd&quot;,&quot;order&quot;:&quot;5&quot;},&quot;name&quot;:&quot;Microbiome&quot;,&quot;displayName&quot;:&quot;Microbiome&quot;,&quot;source&quot;:{&quot;id&quot;:&quot;608aef302dc61800ab82d2d0&quot;,&quot;type&quot;:&quot;ASSETS&quot;},&quot;isPremium&quot;:true},&quot;04abaf89-da33-4bf6-a5f6-f2bf39a85915&quot;:{&quot;type&quot;:&quot;FIGURE_OBJECT&quot;,&quot;id&quot;:&quot;04abaf89-da33-4bf6-a5f6-f2bf39a85915&quot;,&quot;name&quot;:&quot;Spirillum (flagella)&quot;,&quot;relativeTransform&quot;:{&quot;translate&quot;:{&quot;x&quot;:-97.64356101583958,&quot;y&quot;:-99.34317636104119},&quot;rotate&quot;:-2.8925701623721567,&quot;skewX&quot;:1.395689541500263e-16,&quot;scale&quot;:{&quot;x&quot;:0.0220343748387536,&quot;y&quot;:0.0220343748387536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05&quot;}},&quot;c9540fc1-f422-4c6d-a301-fd6210fd4bf9&quot;:{&quot;type&quot;:&quot;FIGURE_OBJECT&quot;,&quot;id&quot;:&quot;c9540fc1-f422-4c6d-a301-fd6210fd4bf9&quot;,&quot;name&quot;:&quot;Bacillus (flagellum)&quot;,&quot;relativeTransform&quot;:{&quot;translate&quot;:{&quot;x&quot;:-91.2167085263541,&quot;y&quot;:-112.06307701353572},&quot;rotate&quot;:-1.1765808663116044,&quot;skewX&quot;:-9.509363906129909e-17,&quot;scale&quot;:{&quot;x&quot;:0.09550462340132658,&quot;y&quot;:0.09550462340132669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1&quot;}},&quot;af7add42-a1e8-48cb-be6a-7953ca883ad4&quot;:{&quot;type&quot;:&quot;FIGURE_OBJECT&quot;,&quot;id&quot;:&quot;af7add42-a1e8-48cb-be6a-7953ca883ad4&quot;,&quot;name&quot;:&quot;Bacillus (flagellum)&quot;,&quot;relativeTransform&quot;:{&quot;translate&quot;:{&quot;x&quot;:-119.33847777557556,&quot;y&quot;:-127.40856198438692},&quot;rotate&quot;:2.0166956140049166,&quot;skewX&quot;:-2.377340976532478e-16,&quot;scale&quot;:{&quot;x&quot;:0.09550462340132657,&quot;y&quot;:0.09550462340132647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15&quot;}},&quot;d4830f6d-ef52-44d6-a776-8dd694df5819&quot;:{&quot;type&quot;:&quot;FIGURE_OBJECT&quot;,&quot;id&quot;:&quot;d4830f6d-ef52-44d6-a776-8dd694df5819&quot;,&quot;name&quot;:&quot;Vibrio cholerae 1&quot;,&quot;relativeTransform&quot;:{&quot;translate&quot;:{&quot;x&quot;:-102.3871255715335,&quot;y&quot;:-125.95485626576217},&quot;rotate&quot;:-2.6449842907609207,&quot;skewX&quot;:-3.6594195471328725e-16,&quot;scale&quot;:{&quot;x&quot;:0.03220201566765989,&quot;y&quot;:0.032202015667659845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2&quot;}},&quot;5400ba42-64e8-4a37-b5bf-121afbcbd5f0&quot;:{&quot;type&quot;:&quot;FIGURE_OBJECT&quot;,&quot;id&quot;:&quot;5400ba42-64e8-4a37-b5bf-121afbcbd5f0&quot;,&quot;name&quot;:&quot;Bacillus (peritrichous flagella)&quot;,&quot;relativeTransform&quot;:{&quot;translate&quot;:{&quot;x&quot;:-108.32599288810522,&quot;y&quot;:-115.07149162480461},&quot;rotate&quot;:-0.10966623319729882,&quot;skewX&quot;:1.9581919421531906e-16,&quot;scale&quot;:{&quot;x&quot;:0.09983061798894204,&quot;y&quot;:0.09983061798894174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25&quot;}},&quot;3291a83e-ad00-4dd1-a367-287ca9285bda&quot;:{&quot;type&quot;:&quot;FIGURE_OBJECT&quot;,&quot;id&quot;:&quot;3291a83e-ad00-4dd1-a367-287ca9285bda&quot;,&quot;name&quot;:&quot;Vibrio cholerae 1&quot;,&quot;relativeTransform&quot;:{&quot;translate&quot;:{&quot;x&quot;:-96.61213551991706,&quot;y&quot;:-90.68401253859719},&quot;rotate&quot;:-0.1176932914622562,&quot;skewX&quot;:-4.1821937681518554e-16,&quot;scale&quot;:{&quot;x&quot;:0.03220201566765989,&quot;y&quot;:0.03220201566765981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3&quot;}},&quot;de9121a3-b174-49e5-a169-5a74b38368c4&quot;:{&quot;type&quot;:&quot;FIGURE_OBJECT&quot;,&quot;id&quot;:&quot;de9121a3-b174-49e5-a169-5a74b38368c4&quot;,&quot;name&quot;:&quot;Spirillum (flagella)&quot;,&quot;relativeTransform&quot;:{&quot;translate&quot;:{&quot;x&quot;:-117.9392582670294,&quot;y&quot;:-100.18156907133661},&quot;rotate&quot;:2.524148531478822,&quot;skewX&quot;:1.0607240515401981e-15,&quot;scale&quot;:{&quot;x&quot;:-0.02203437483875362,&quot;y&quot;:0.022034374838753604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5&quot;}},&quot;17bb9ee6-37bc-4967-a17d-cdb07060bce5&quot;:{&quot;type&quot;:&quot;FIGURE_OBJECT&quot;,&quot;id&quot;:&quot;17bb9ee6-37bc-4967-a17d-cdb07060bce5&quot;,&quot;name&quot;:&quot;Bacillus (flagellum)&quot;,&quot;relativeTransform&quot;:{&quot;translate&quot;:{&quot;x&quot;:-112.52314188297768,&quot;y&quot;:-93.9365936921995},&quot;rotate&quot;:5.834224152686721,&quot;skewX&quot;:2.8528091718389743e-16,&quot;scale&quot;:{&quot;x&quot;:-0.09550462340132655,&quot;y&quot;:0.09550462340132672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55&quot;}},&quot;5d33f880-6471-471b-b3e5-bc1b12b3787e&quot;:{&quot;type&quot;:&quot;FIGURE_OBJECT&quot;,&quot;id&quot;:&quot;5d33f880-6471-471b-b3e5-bc1b12b3787e&quot;,&quot;name&quot;:&quot;Vibrio cholerae 1&quot;,&quot;relativeTransform&quot;:{&quot;translate&quot;:{&quot;x&quot;:-124.97715691092623,&quot;y&quot;:-110.35537993215725},&quot;rotate&quot;:1.863257078740924,&quot;skewX&quot;:-6.273290652227784e-16,&quot;scale&quot;:{&quot;x&quot;:-0.032202015667659886,&quot;y&quot;:0.03220201566765981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6&quot;}},&quot;fb3b7137-57f4-4127-841d-6f21822a08e2&quot;:{&quot;type&quot;:&quot;FIGURE_OBJECT&quot;,&quot;id&quot;:&quot;fb3b7137-57f4-4127-841d-6f21822a08e2&quot;,&quot;name&quot;:&quot;Vibrio cholerae 1&quot;,&quot;relativeTransform&quot;:{&quot;translate&quot;:{&quot;x&quot;:-71.70381117157358,&quot;y&quot;:-112.95536205121289},&quot;rotate&quot;:1.570796326794893,&quot;skewX&quot;:0,&quot;scale&quot;:{&quot;x&quot;:-0.0322020156676599,&quot;y&quot;:0.0322020156676599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65&quot;}},&quot;af87a969-b7f6-4dd4-9714-c600026ae614&quot;:{&quot;type&quot;:&quot;FIGURE_OBJECT&quot;,&quot;id&quot;:&quot;af87a969-b7f6-4dd4-9714-c600026ae614&quot;,&quot;name&quot;:&quot;Bacillus (peritrichous flagella)&quot;,&quot;relativeTransform&quot;:{&quot;translate&quot;:{&quot;x&quot;:-82.20051280438182,&quot;y&quot;:-126.12337724683918},&quot;rotate&quot;:6.283185307179586,&quot;skewX&quot;:1.1594825497674265e-31,&quot;scale&quot;:{&quot;x&quot;:-0.09983061798894204,&quot;y&quot;:0.0998306179889421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7&quot;}},&quot;993f1a8b-551d-432a-8828-f281cc15587b&quot;:{&quot;type&quot;:&quot;FIGURE_OBJECT&quot;,&quot;id&quot;:&quot;993f1a8b-551d-432a-8828-f281cc15587b&quot;,&quot;name&quot;:&quot;Bacillus (peritrichous flagella)&quot;,&quot;relativeTransform&quot;:{&quot;translate&quot;:{&quot;x&quot;:-76.36904232266544,&quot;y&quot;:-94.44839860210082},&quot;rotate&quot;:4.71238898038469,&quot;skewX&quot;:2.433495858801476e-31,&quot;scale&quot;:{&quot;x&quot;:-0.08896208175557728,&quot;y&quot;:0.0889620817555773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75&quot;}},&quot;1b6b03bd-59b8-4a16-8600-142417647a99&quot;:{&quot;type&quot;:&quot;FIGURE_OBJECT&quot;,&quot;id&quot;:&quot;1b6b03bd-59b8-4a16-8600-142417647a99&quot;,&quot;name&quot;:&quot;Bacillus (flagellum)&quot;,&quot;relativeTransform&quot;:{&quot;translate&quot;:{&quot;x&quot;:-81.63956037776506,&quot;y&quot;:-108.92233266168284},&quot;rotate&quot;:-1.1765808663116044,&quot;skewX&quot;:-9.509363906129909e-17,&quot;scale&quot;:{&quot;x&quot;:0.09550462340132658,&quot;y&quot;:0.09550462340132669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e5d055ef-b070-4006-9568-fdd1d95de909&quot;,&quot;order&quot;:&quot;8&quot;}},&quot;483b7e5c-0e5f-4fc3-97e5-91e48d9ab06d&quot;:{&quot;type&quot;:&quot;FIGURE_OBJECT&quot;,&quot;id&quot;:&quot;483b7e5c-0e5f-4fc3-97e5-91e48d9ab06d&quot;,&quot;relativeTransform&quot;:{&quot;translate&quot;:{&quot;x&quot;:-129.16690508078915,&quot;y&quot;:-63.75092797906883},&quot;rotate&quot;:0},&quot;opacity&quot;:1,&quot;path&quot;:{&quot;type&quot;:&quot;RECT&quot;,&quot;size&quot;:{&quot;x&quot;:68.4149750332833,&quot;y&quot;:55.40125695630005},&quot;cornerRounding&quot;:{&quot;type&quot;:&quot;ARC_LENGTH&quot;,&quot;global&quot;:6.1793066633221265}},&quot;pathStyles&quot;:[{&quot;type&quot;:&quot;FILL&quot;,&quot;fillStyle&quot;:&quot;rgb(228, 245, 250)&quot;},{&quot;type&quot;:&quot;STROKE&quot;,&quot;strokeStyle&quot;:&quot;rgba(48, 110, 128, 1)&quot;,&quot;lineWidth&quot;:0.7867737602787224,&quot;lineJoin&quot;:&quot;round&quot;}],&quot;isLocked&quot;:false,&quot;parent&quot;:{&quot;type&quot;:&quot;CHILD&quot;,&quot;parentId&quot;:&quot;27935d7f-1e5e-4d93-a590-358ae558edcd&quot;,&quot;order&quot;:&quot;2&quot;}},&quot;27935d7f-1e5e-4d93-a590-358ae558edcd&quot;:{&quot;type&quot;:&quot;FIGURE_OBJECT&quot;,&quot;id&quot;:&quot;27935d7f-1e5e-4d93-a590-358ae558edcd&quot;,&quot;parent&quot;:{&quot;type&quot;:&quot;CHILD&quot;,&quot;parentId&quot;:&quot;521e8690-9129-4b78-9994-c782dbce9fae&quot;,&quot;order&quot;:&quot;7&quot;},&quot;relativeTransform&quot;:{&quot;translate&quot;:{&quot;x&quot;:102.64696853024323,&quot;y&quot;:-54.32746722021488},&quot;rotate&quot;:0}},&quot;aca42195-8350-4f01-9fa7-451fb11b1124&quot;:{&quot;type&quot;:&quot;FIGURE_OBJECT&quot;,&quot;id&quot;:&quot;aca42195-8350-4f01-9fa7-451fb11b1124&quot;,&quot;relativeTransform&quot;:{&quot;translate&quot;:{&quot;x&quot;:-26.520238956952323,&quot;y&quot;:-118.07882032907277},&quot;rotate&quot;:0},&quot;opacity&quot;:1,&quot;path&quot;:{&quot;type&quot;:&quot;RECT&quot;,&quot;size&quot;:{&quot;x&quot;:68.4149750332833,&quot;y&quot;:55.40125695630005},&quot;cornerRounding&quot;:{&quot;type&quot;:&quot;ARC_LENGTH&quot;,&quot;global&quot;:6.1793066633221265}},&quot;pathStyles&quot;:[{&quot;type&quot;:&quot;FILL&quot;,&quot;fillStyle&quot;:&quot;rgb(228, 245, 250)&quot;},{&quot;type&quot;:&quot;STROKE&quot;,&quot;strokeStyle&quot;:&quot;rgba(48, 110, 128, 1)&quot;,&quot;lineWidth&quot;:0.7867737602787224,&quot;lineJoin&quot;:&quot;round&quot;}],&quot;isLocked&quot;:false,&quot;parent&quot;:{&quot;type&quot;:&quot;CHILD&quot;,&quot;parentId&quot;:&quot;521e8690-9129-4b78-9994-c782dbce9fae&quot;,&quot;order&quot;:&quot;6&quot;}},&quot;521e8690-9129-4b78-9994-c782dbce9fae&quot;:{&quot;type&quot;:&quot;FIGURE_OBJECT&quot;,&quot;id&quot;:&quot;521e8690-9129-4b78-9994-c782dbce9fae&quot;,&quot;parent&quot;:{&quot;type&quot;:&quot;CHILD&quot;,&quot;parentId&quot;:&quot;4b9f7a17-e539-4340-a7d3-72d677f4b0a0&quot;,&quot;order&quot;:&quot;99999999999999999999999999&quot;},&quot;relativeTransform&quot;:{&quot;translate&quot;:{&quot;x&quot;:-3.0841296281941197,&quot;y&quot;:-61.92771502155625},&quot;rotate&quot;:0,&quot;skewX&quot;:0,&quot;scale&quot;:{&quot;x&quot;:1,&quot;y&quot;:1}}},&quot;4d349fd0-4fa8-4312-bb1c-e271f1b3d428&quot;:{&quot;type&quot;:&quot;FIGURE_OBJECT&quot;,&quot;id&quot;:&quot;4d349fd0-4fa8-4312-bb1c-e271f1b3d428&quot;,&quot;relativeTransform&quot;:{&quot;translate&quot;:{&quot;x&quot;:-129.24570376457407,&quot;y&quot;:-198.26324830579614},&quot;rotate&quot;:0,&quot;skewX&quot;:0,&quot;scale&quot;:{&quot;x&quot;:1,&quot;y&quot;:1}},&quot;opacity&quot;:1,&quot;path&quot;:{&quot;type&quot;:&quot;POLY_LINE&quot;,&quot;points&quot;:[{&quot;x&quot;:-22.187220662188192,&quot;y&quot;:0},{&quot;x&quot;:22.187220662188192,&quot;y&quot;:0}],&quot;closed&quot;:false},&quot;pathStyles&quot;:[{&quot;type&quot;:&quot;FILL&quot;,&quot;fillStyle&quot;:&quot;rgba(0,0,0,0)&quot;},{&quot;type&quot;:&quot;STROKE&quot;,&quot;strokeStyle&quot;:&quot;rgba(48, 110, 128, 1)&quot;,&quot;lineWidth&quot;:6.338782338413281,&quot;lineJoin&quot;:&quot;round&quot;}],&quot;pathMarkers&quot;:{&quot;markerEnd&quot;:{&quot;type&quot;:&quot;PATH&quot;,&quot;units&quot;:{&quot;type&quot;:&quot;STROKE_WIDTH&quot;,&quot;scale&quot;:0.6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b9f7a17-e539-4340-a7d3-72d677f4b0a0&quot;,&quot;order&quot;:&quot;9999999999999999999999999999&quot;},&quot;connectorInfo&quot;:{&quot;connectedObjects&quot;:[],&quot;type&quot;:&quot;LINE&quot;,&quot;offset&quot;:{&quot;x&quot;:0,&quot;y&quot;:0},&quot;bending&quot;:0.1,&quot;firstElementIsHead&quot;:true,&quot;customized&quot;:false}},&quot;c4a2c1ee-83a2-4ccb-a9e6-20de7683d13a&quot;:{&quot;relativeTransform&quot;:{&quot;translate&quot;:{&quot;x&quot;:144.31274664178045,&quot;y&quot;:-282.8329792431596},&quot;rotate&quot;:0,&quot;skewX&quot;:0,&quot;scale&quot;:{&quot;x&quot;:1,&quot;y&quot;:1}},&quot;type&quot;:&quot;FIGURE_OBJECT&quot;,&quot;id&quot;:&quot;c4a2c1ee-83a2-4ccb-a9e6-20de7683d13a&quot;,&quot;parent&quot;:{&quot;type&quot;:&quot;CHILD&quot;,&quot;parentId&quot;:&quot;4b9f7a17-e539-4340-a7d3-72d677f4b0a0&quot;,&quot;order&quot;:&quot;99999999999999999999999999998&quot;},&quot;name&quot;:&quot;Water sample collection&quot;,&quot;displayName&quot;:&quot;Water sample collection&quot;,&quot;source&quot;:{&quot;id&quot;:&quot;63d80e582d618fcd9bfd519b&quot;,&quot;type&quot;:&quot;ASSETS&quot;},&quot;isPremium&quot;:true},&quot;c9d9c332-56f1-4592-a324-7eb936b799c0&quot;:{&quot;type&quot;:&quot;FIGURE_OBJECT&quot;,&quot;id&quot;:&quot;c9d9c332-56f1-4592-a324-7eb936b799c0&quot;,&quot;name&quot;:&quot;Lake (side view)&quot;,&quot;relativeTransform&quot;:{&quot;translate&quot;:{&quot;x&quot;:-396.93318291414306,&quot;y&quot;:95.89731761169834},&quot;rotate&quot;:0,&quot;skewX&quot;:0,&quot;scale&quot;:{&quot;x&quot;:0.21787293091145438,&quot;y&quot;:0.21787293091145435}},&quot;opacity&quot;:1,&quot;image&quot;:{&quot;url&quot;:&quot;https://res.cloudinary.com/dlcjuc3ej/image/upload/v1532644691/hfrpllbinkpngssmflnn.svg#/keystone/api/icons/5b5a4d550bb8280014d9fa7b/lake-side-view.svg&quot;,&quot;size&quot;:{&quot;x&quot;:719,&quot;y&quot;:187},&quot;isPremium&quot;:false},&quot;source&quot;:{&quot;id&quot;:&quot;5b5a33a354d92500147c2a23&quot;,&quot;type&quot;:&quot;ASSETS&quot;},&quot;pathStyles&quot;:[{&quot;type&quot;:&quot;FILL&quot;,&quot;fillStyle&quot;:&quot;rgb(0,0,0)&quot;}],&quot;isLocked&quot;:false,&quot;parent&quot;:{&quot;type&quot;:&quot;CHILD&quot;,&quot;parentId&quot;:&quot;c4a2c1ee-83a2-4ccb-a9e6-20de7683d13a&quot;,&quot;order&quot;:&quot;2&quot;}},&quot;db05d939-df49-42c7-86c1-a4c96d50a5b7&quot;:{&quot;type&quot;:&quot;FIGURE_OBJECT&quot;,&quot;id&quot;:&quot;db05d939-df49-42c7-86c1-a4c96d50a5b7&quot;,&quot;parent&quot;:{&quot;type&quot;:&quot;CHILD&quot;,&quot;parentId&quot;:&quot;c4a2c1ee-83a2-4ccb-a9e6-20de7683d13a&quot;,&quot;order&quot;:&quot;5&quot;},&quot;relativeTransform&quot;:{&quot;translate&quot;:{&quot;x&quot;:180.15545855813983,&quot;y&quot;:-31.283948681875472},&quot;rotate&quot;:0}},&quot;ae2e1fdb-a999-4ba9-937c-2f7cd988a077&quot;:{&quot;id&quot;:&quot;ae2e1fdb-a999-4ba9-937c-2f7cd988a077&quot;,&quot;name&quot;:&quot;Beaker (pouring)&quot;,&quot;displayName&quot;:&quot;&quot;,&quot;type&quot;:&quot;FIGURE_OBJECT&quot;,&quot;relativeTransform&quot;:{&quot;translate&quot;:{&quot;x&quot;:-572.0833566053813,&quot;y&quot;:108.05364900807535},&quot;rotate&quot;:0,&quot;skewX&quot;:1.9100187997147965e-17,&quot;scale&quot;:{&quot;x&quot;:0.36938047544795627,&quot;y&quot;:0.3693804754479564}},&quot;image&quot;:{&quot;url&quot;:&quot;https://icons.biorender.com/biorender/5f35a9658d485800287e5229/20200813210027/image/beaker-pouring.png&quot;,&quot;fallbackUrl&quot;:&quot;https://res.cloudinary.com/dlcjuc3ej/image/upload/v1597352427/exd80mg9fcya9fwxzrj7.svg#/keystone/api/icons/5f35a9658d485800287e5229/20200813210027/image/beaker-pouring.svg&quot;,&quot;isPremium&quot;:true,&quot;size&quot;:{&quot;x&quot;:132,&quot;y&quot;:119.74683544303797}},&quot;source&quot;:{&quot;id&quot;:&quot;5f35a9658d485800287e5229&quot;,&quot;type&quot;:&quot;ASSETS&quot;},&quot;isPremium&quot;:true,&quot;parent&quot;:{&quot;type&quot;:&quot;CHILD&quot;,&quot;parentId&quot;:&quot;db05d939-df49-42c7-86c1-a4c96d50a5b7&quot;,&quot;order&quot;:&quot;2&quot;},&quot;opacity&quot;:0.3},&quot;f768c537-7035-4339-bb9a-a2a3e4e79f2a&quot;:{&quot;type&quot;:&quot;FIGURE_OBJECT&quot;,&quot;id&quot;:&quot;f768c537-7035-4339-bb9a-a2a3e4e79f2a&quot;,&quot;parent&quot;:{&quot;type&quot;:&quot;CHILD&quot;,&quot;parentId&quot;:&quot;db05d939-df49-42c7-86c1-a4c96d50a5b7&quot;,&quot;order&quot;:&quot;5&quot;},&quot;relativeTransform&quot;:{&quot;translate&quot;:{&quot;x&quot;:-450.03620306549453,&quot;y&quot;:41.569166692537195},&quot;rotate&quot;:0}},&quot;15f36b65-f8da-4c30-b910-65dee8083d03&quot;:{&quot;id&quot;:&quot;15f36b65-f8da-4c30-b910-65dee8083d03&quot;,&quot;name&quot;:&quot;Beaker (pouring)&quot;,&quot;displayName&quot;:&quot;&quot;,&quot;type&quot;:&quot;FIGURE_OBJECT&quot;,&quot;relativeTransform&quot;:{&quot;translate&quot;:{&quot;x&quot;:-122.04721607497505,&quot;y&quot;:66.48448231553817},&quot;rotate&quot;:0,&quot;skewX&quot;:1.9100187997147965e-17,&quot;scale&quot;:{&quot;x&quot;:0.36938047544795627,&quot;y&quot;:0.3693804754479564}},&quot;image&quot;:{&quot;url&quot;:&quot;https://icons.biorender.com/biorender/5f35a9658d485800287e5229/20200813210027/image/beaker-pouring.png&quot;,&quot;fallbackUrl&quot;:&quot;https://res.cloudinary.com/dlcjuc3ej/image/upload/v1597352427/exd80mg9fcya9fwxzrj7.svg#/keystone/api/icons/5f35a9658d485800287e5229/20200813210027/image/beaker-pouring.svg&quot;,&quot;isPremium&quot;:true,&quot;size&quot;:{&quot;x&quot;:132,&quot;y&quot;:119.74683544303797}},&quot;source&quot;:{&quot;id&quot;:&quot;5f35a9658d485800287e5229&quot;,&quot;type&quot;:&quot;ASSETS&quot;},&quot;isPremium&quot;:true,&quot;parent&quot;:{&quot;type&quot;:&quot;CHILD&quot;,&quot;parentId&quot;:&quot;f768c537-7035-4339-bb9a-a2a3e4e79f2a&quot;,&quot;order&quot;:&quot;5&quot;}},&quot;0fe78d91-d5a1-4cb6-875a-7e75fdf9757b&quot;:{&quot;type&quot;:&quot;FIGURE_OBJECT&quot;,&quot;id&quot;:&quot;0fe78d91-d5a1-4cb6-875a-7e75fdf9757b&quot;,&quot;parent&quot;:{&quot;type&quot;:&quot;CROP&quot;,&quot;parentId&quot;:&quot;f768c537-7035-4339-bb9a-a2a3e4e79f2a&quot;,&quot;order&quot;:&quot;5&quot;},&quot;relativeTransform&quot;:{&quot;translate&quot;:{&quot;x&quot;:-122.04721607497505,&quot;y&quot;:57.835090560263765},&quot;rotate&quot;:0,&quot;skewX&quot;:0,&quot;scale&quot;:{&quot;x&quot;:24.379111379565114,&quot;y&quot;:13.46667974939439}},&quot;path&quot;:{&quot;type&quot;:&quot;RECT&quot;,&quot;size&quot;:{&quot;x&quot;:2,&quot;y&quot;:2}},&quot;pathStyles&quot;:[{&quot;type&quot;:&quot;FILL&quot;,&quot;fillStyle&quot;:&quot;#fff&quot;}],&quot;isFrozen&quot;:true},&quot;85964042-f9d5-44bc-90d0-c730c42fb09d&quot;:{&quot;id&quot;:&quot;85964042-f9d5-44bc-90d0-c730c42fb09d&quot;,&quot;type&quot;:&quot;FIGURE_OBJECT&quot;,&quot;relativeTransform&quot;:{&quot;translate&quot;:{&quot;x&quot;:-345.4455586062809,&quot;y&quot;:-196.4383853661440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,&quot;color&quot;:&quot;black&quot;,&quot;fontWeight&quot;:&quot;bold&quot;,&quot;fontStyle&quot;:&quot;italic&quot;,&quot;decoration&quot;:&quot;none&quot;},&quot;range&quot;:[0,6]}],&quot;text&quot;:&quot;Biome 1&quot;}],&quot;_lastCaretLocation&quot;:{&quot;lineIndex&quot;:0,&quot;runIndex&quot;:-1,&quot;charIndex&quot;:-1,&quot;endOfLine&quot;:true}},&quot;format&quot;:&quot;BETTER_TEXT&quot;,&quot;size&quot;:{&quot;x&quot;:120,&quot;y&quot;:24.24},&quot;targetSize&quot;:{&quot;x&quot;:120,&quot;y&quot;:24.24}},&quot;parent&quot;:{&quot;type&quot;:&quot;CHILD&quot;,&quot;parentId&quot;:&quot;4b9f7a17-e539-4340-a7d3-72d677f4b0a0&quot;,&quot;order&quot;:&quot;999999999999999999999999999998&quot;}},&quot;d08d8255-65b8-478c-9c1d-524a46c1b8f3&quot;:{&quot;type&quot;:&quot;FIGURE_OBJECT&quot;,&quot;id&quot;:&quot;d08d8255-65b8-478c-9c1d-524a46c1b8f3&quot;,&quot;relativeTransform&quot;:{&quot;translate&quot;:{&quot;x&quot;:-33.21306536856167,&quot;y&quot;:-124.77164674068213},&quot;rotate&quot;:0},&quot;opacity&quot;:1,&quot;path&quot;:{&quot;type&quot;:&quot;RECT&quot;,&quot;size&quot;:{&quot;x&quot;:68.4149750332833,&quot;y&quot;:55.40125695630005},&quot;cornerRounding&quot;:{&quot;type&quot;:&quot;ARC_LENGTH&quot;,&quot;global&quot;:6.1793066633221265}},&quot;pathStyles&quot;:[{&quot;type&quot;:&quot;FILL&quot;,&quot;fillStyle&quot;:&quot;rgb(228, 245, 250)&quot;},{&quot;type&quot;:&quot;STROKE&quot;,&quot;strokeStyle&quot;:&quot;rgba(48, 110, 128, 1)&quot;,&quot;lineWidth&quot;:0.7867737602787224,&quot;lineJoin&quot;:&quot;round&quot;}],&quot;isLocked&quot;:false,&quot;parent&quot;:{&quot;type&quot;:&quot;CHILD&quot;,&quot;parentId&quot;:&quot;521e8690-9129-4b78-9994-c782dbce9fae&quot;,&quot;order&quot;:&quot;5&quot;}},&quot;46aa4850-c07a-4c91-9772-ae2a7e3cee85&quot;:{&quot;type&quot;:&quot;FIGURE_OBJECT&quot;,&quot;id&quot;:&quot;46aa4850-c07a-4c91-9772-ae2a7e3cee85&quot;,&quot;relativeTransform&quot;:{&quot;translate&quot;:{&quot;x&quot;:-39.90589178017101,&quot;y&quot;:-131.46447315229148},&quot;rotate&quot;:0},&quot;opacity&quot;:1,&quot;path&quot;:{&quot;type&quot;:&quot;RECT&quot;,&quot;size&quot;:{&quot;x&quot;:68.4149750332833,&quot;y&quot;:55.40125695630005},&quot;cornerRounding&quot;:{&quot;type&quot;:&quot;ARC_LENGTH&quot;,&quot;global&quot;:6.1793066633221265}},&quot;pathStyles&quot;:[{&quot;type&quot;:&quot;FILL&quot;,&quot;fillStyle&quot;:&quot;rgb(228, 245, 250)&quot;},{&quot;type&quot;:&quot;STROKE&quot;,&quot;strokeStyle&quot;:&quot;rgba(48, 110, 128, 1)&quot;,&quot;lineWidth&quot;:0.7867737602787224,&quot;lineJoin&quot;:&quot;round&quot;}],&quot;isLocked&quot;:false,&quot;parent&quot;:{&quot;type&quot;:&quot;CHILD&quot;,&quot;parentId&quot;:&quot;521e8690-9129-4b78-9994-c782dbce9fae&quot;,&quot;order&quot;:&quot;2&quot;}},&quot;efced949-f037-4ae1-b371-30856af2e4c6&quot;:{&quot;type&quot;:&quot;FIGURE_OBJECT&quot;,&quot;id&quot;:&quot;efced949-f037-4ae1-b371-30856af2e4c6&quot;,&quot;relativeTransform&quot;:{&quot;translate&quot;:{&quot;x&quot;:-46.59871819178036,&quot;y&quot;:-138.15729956390084},&quot;rotate&quot;:0},&quot;opacity&quot;:1,&quot;path&quot;:{&quot;type&quot;:&quot;RECT&quot;,&quot;size&quot;:{&quot;x&quot;:68.4149750332833,&quot;y&quot;:55.40125695630005},&quot;cornerRounding&quot;:{&quot;type&quot;:&quot;ARC_LENGTH&quot;,&quot;global&quot;:6.1793066633221265}},&quot;pathStyles&quot;:[{&quot;type&quot;:&quot;FILL&quot;,&quot;fillStyle&quot;:&quot;rgb(228, 245, 250)&quot;},{&quot;type&quot;:&quot;STROKE&quot;,&quot;strokeStyle&quot;:&quot;rgba(48, 110, 128, 1)&quot;,&quot;lineWidth&quot;:0.7867737602787224,&quot;lineJoin&quot;:&quot;round&quot;}],&quot;isLocked&quot;:false,&quot;parent&quot;:{&quot;type&quot;:&quot;CHILD&quot;,&quot;parentId&quot;:&quot;521e8690-9129-4b78-9994-c782dbce9fae&quot;,&quot;order&quot;:&quot;1&quot;}},&quot;5aab4b01-7ebf-4343-9efd-79762a3af4e8&quot;:{&quot;type&quot;:&quot;FIGURE_OBJECT&quot;,&quot;id&quot;:&quot;5aab4b01-7ebf-4343-9efd-79762a3af4e8&quot;,&quot;relativeTransform&quot;:{&quot;translate&quot;:{&quot;x&quot;:-0.9384445445771803,&quot;y&quot;:43.11144995174325},&quot;rotate&quot;:0,&quot;skewX&quot;:0,&quot;scale&quot;:{&quot;x&quot;:1,&quot;y&quot;:1}},&quot;opacity&quot;:1,&quot;path&quot;:{&quot;type&quot;:&quot;POLY_LINE&quot;,&quot;points&quot;:[{&quot;x&quot;:18.479588899230066,&quot;y&quot;:-272.29108541314474},{&quot;x&quot;:55.061632230358896,&quot;y&quot;:-286.92390274559625},{&quot;x&quot;:91.64367556148773,&quot;y&quot;:-272.2910854131447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,&quot;dashArray&quot;:[4]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b9f7a17-e539-4340-a7d3-72d677f4b0a0&quot;,&quot;order&quot;:&quot;9999999999999999999999999999995&quot;},&quot;connectorInfo&quot;:{&quot;connectedObjects&quot;:[],&quot;type&quot;:&quot;QUADRATIC&quot;,&quot;offset&quot;:{&quot;x&quot;:0,&quot;y&quot;:0},&quot;bending&quot;:-0.1,&quot;firstElementIsHead&quot;:true,&quot;customized&quot;:false}},&quot;f204bddb-dbd3-409d-b7ed-23334b3dc180&quot;:{&quot;relativeTransform&quot;:{&quot;translate&quot;:{&quot;x&quot;:343.9197777725175,&quot;y&quot;:-239.84854627626896},&quot;rotate&quot;:0,&quot;skewX&quot;:0,&quot;scale&quot;:{&quot;x&quot;:1,&quot;y&quot;:1}},&quot;type&quot;:&quot;FIGURE_OBJECT&quot;,&quot;id&quot;:&quot;f204bddb-dbd3-409d-b7ed-23334b3dc180&quot;,&quot;parent&quot;:{&quot;type&quot;:&quot;CHILD&quot;,&quot;parentId&quot;:&quot;4b9f7a17-e539-4340-a7d3-72d677f4b0a0&quot;,&quot;order&quot;:&quot;9999999999999999999999999999997&quot;},&quot;name&quot;:&quot;Blank table (layout, 4x4)&quot;,&quot;displayName&quot;:&quot;Blank table (layout, 4x4)&quot;,&quot;source&quot;:{&quot;id&quot;:&quot;639a211b9277224636f5c16c&quot;,&quot;type&quot;:&quot;ASSETS&quot;},&quot;isPremium&quot;:true},&quot;ce341160-33cd-48f1-ba85-4546e6ebe68a&quot;:{&quot;type&quot;:&quot;FIGURE_OBJECT&quot;,&quot;id&quot;:&quot;ce341160-33cd-48f1-ba85-4546e6ebe68a&quot;,&quot;relativeTransform&quot;:{&quot;translate&quot;:{&quot;x&quot;:-142.7175638701151,&quot;y&quot;:9.64473276174095},&quot;rotate&quot;:0,&quot;skewX&quot;:0,&quot;scale&quot;:{&quot;x&quot;:1,&quot;y&quot;:1}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02&quot;},&quot;layout&quot;:{&quot;sizeRatio&quot;:{&quot;x&quot;:0.88,&quot;y&quot;:0.88},&quot;keepAspectRatio&quot;:false}},&quot;cd90161d-7681-45a3-acd8-8d10ce159023&quot;:{&quot;type&quot;:&quot;FIGURE_OBJECT&quot;,&quot;id&quot;:&quot;cd90161d-7681-45a3-acd8-8d10ce159023&quot;,&quot;relativeTransform&quot;:{&quot;translate&quot;:{&quot;x&quot;:-80.32921554945072,&quot;y&quot;:9.611323439735562},&quot;rotate&quot;:0,&quot;skewX&quot;:0,&quot;scale&quot;:{&quot;x&quot;:1,&quot;y&quot;:1}},&quot;opacity&quot;:1,&quot;path&quot;:{&quot;type&quot;:&quot;RECT&quot;,&quot;size&quot;:{&quot;x&quot;:58.32514307171957,&quot;y&quot;:45.6626202779531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05&quot;},&quot;layout&quot;:{&quot;sizeRatio&quot;:{&quot;x&quot;:0.88,&quot;y&quot;:0.88},&quot;keepAspectRatio&quot;:false}},&quot;bb390053-30ff-4845-bc22-0767ebc71d90&quot;:{&quot;type&quot;:&quot;FIGURE_OBJECT&quot;,&quot;id&quot;:&quot;bb390053-30ff-4845-bc22-0767ebc71d90&quot;,&quot;relativeTransform&quot;:{&quot;translate&quot;:{&quot;x&quot;:-38.53793667070951,&quot;y&quot;:9.64473276174095},&quot;rotate&quot;:0,&quot;skewX&quot;:0,&quot;scale&quot;:{&quot;x&quot;:1,&quot;y&quot;:1}},&quot;opacity&quot;:1,&quot;path&quot;:{&quot;type&quot;:&quot;RECT&quot;,&quot;size&quot;:{&quot;x&quot;:17.58103044381946,&quot;y&quot;:45.5958016339424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07&quot;},&quot;layout&quot;:{&quot;sizeRatio&quot;:{&quot;x&quot;:0.88,&quot;y&quot;:0.88},&quot;keepAspectRatio&quot;:false}},&quot;28d4d373-2f33-4fe7-b8f1-d4819c6ebc3c&quot;:{&quot;type&quot;:&quot;FIGURE_OBJECT&quot;,&quot;id&quot;:&quot;28d4d373-2f33-4fe7-b8f1-d4819c6ebc3c&quot;,&quot;relativeTransform&quot;:{&quot;translate&quot;:{&quot;x&quot;:3.0797887647341184,&quot;y&quot;:9.645358549023253},&quot;rotate&quot;:0,&quot;skewX&quot;:0,&quot;scale&quot;:{&quot;x&quot;:1,&quot;y&quot;:1}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1&quot;},&quot;layout&quot;:{&quot;sizeRatio&quot;:{&quot;x&quot;:0.88,&quot;y&quot;:0.88},&quot;keepAspectRatio&quot;:false}},&quot;a03012bd-4a06-4cb4-81b4-12a9f0299b06&quot;:{&quot;type&quot;:&quot;FIGURE_OBJECT&quot;,&quot;id&quot;:&quot;a03012bd-4a06-4cb4-81b4-12a9f0299b06&quot;,&quot;relativeTransform&quot;:{&quot;translate&quot;:{&quot;x&quot;:-205.01329553479215,&quot;y&quot;:9.800645796833372},&quot;rotate&quot;:0},&quot;layout&quot;:{&quot;sizeRatio&quot;:{&quot;x&quot;:0.88,&quot;y&quot;:0.88},&quot;keepAspectRatio&quot;:false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22,231,247,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12&quot;}},&quot;0077518d-7dce-4f01-9b23-68c5344145fa&quot;:{&quot;type&quot;:&quot;FIGURE_OBJECT&quot;,&quot;id&quot;:&quot;0077518d-7dce-4f01-9b23-68c5344145fa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4]}],&quot;text&quot;:&quot;OTU 1&quot;}],&quot;verticalAlign&quot;:&quot;TOP&quot;,&quot;_lastCaretLocation&quot;:{&quot;lineIndex&quot;:0,&quot;runIndex&quot;:-1,&quot;charIndex&quot;:-1,&quot;endOfLine&quot;:true}},&quot;size&quot;:{&quot;x&quot;:51.39962517315011,&quot;y&quot;:13},&quot;targetSize&quot;:{&quot;x&quot;:51.39962517315011,&quot;y&quot;:2},&quot;format&quot;:&quot;BETTER_TEXT&quot;,&quot;verticalAlign&quot;:&quot;TOP&quot;},&quot;parent&quot;:{&quot;type&quot;:&quot;CHILD&quot;,&quot;parentId&quot;:&quot;a03012bd-4a06-4cb4-81b4-12a9f0299b06&quot;,&quot;order&quot;:&quot;5&quot;}},&quot;adbdc21c-bcdb-4a32-b4af-36eaffdec3e3&quot;:{&quot;type&quot;:&quot;FIGURE_OBJECT&quot;,&quot;id&quot;:&quot;adbdc21c-bcdb-4a32-b4af-36eaffdec3e3&quot;,&quot;relativeTransform&quot;:{&quot;translate&quot;:{&quot;x&quot;:-142.83698524921948,&quot;y&quot;:58.04177261752955},&quot;rotate&quot;:0,&quot;skewX&quot;:0,&quot;scale&quot;:{&quot;x&quot;:1,&quot;y&quot;:1}},&quot;opacity&quot;:1,&quot;path&quot;:{&quot;type&quot;:&quot;RECT&quot;,&quot;size&quot;:{&quot;x&quot;:58.64750772769751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0,0,0,0)&quot;,&quot;lineWidth&quot;:0,&quot;lineJoin&quot;:&quot;round&quot;}],&quot;isLocked&quot;:false,&quot;parent&quot;:{&quot;type&quot;:&quot;CHILD&quot;,&quot;parentId&quot;:&quot;f204bddb-dbd3-409d-b7ed-23334b3dc180&quot;,&quot;order&quot;:&quot;15&quot;},&quot;layout&quot;:{&quot;sizeRatio&quot;:{&quot;x&quot;:0.88,&quot;y&quot;:0.88},&quot;keepAspectRatio&quot;:false}},&quot;ea8c9445-1a8b-491d-acb1-80d5f82f1b1d&quot;:{&quot;type&quot;:&quot;FIGURE_OBJECT&quot;,&quot;id&quot;:&quot;ea8c9445-1a8b-491d-acb1-80d5f82f1b1d&quot;,&quot;relativeTransform&quot;:{&quot;translate&quot;:{&quot;x&quot;:-80.33149680273907,&quot;y&quot;:57.96920352274834},&quot;rotate&quot;:0,&quot;skewX&quot;:0,&quot;scale&quot;:{&quot;x&quot;:1,&quot;y&quot;:1}},&quot;opacity&quot;:1,&quot;path&quot;:{&quot;type&quot;:&quot;RECT&quot;,&quot;size&quot;:{&quot;x&quot;:58.5072071634528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2&quot;},&quot;layout&quot;:{&quot;sizeRatio&quot;:{&quot;x&quot;:0.88,&quot;y&quot;:0.88},&quot;keepAspectRatio&quot;:false}},&quot;7a2c5ee6-ebed-4dc3-a3cc-c1e324b2b301&quot;:{&quot;type&quot;:&quot;FIGURE_OBJECT&quot;,&quot;id&quot;:&quot;7a2c5ee6-ebed-4dc3-a3cc-c1e324b2b301&quot;,&quot;relativeTransform&quot;:{&quot;translate&quot;:{&quot;x&quot;:3.0797887647341184,&quot;y&quot;:58.06331796118387},&quot;rotate&quot;:0,&quot;skewX&quot;:0,&quot;scale&quot;:{&quot;x&quot;:1,&quot;y&quot;:1}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25&quot;},&quot;layout&quot;:{&quot;sizeRatio&quot;:{&quot;x&quot;:0.88,&quot;y&quot;:0.88},&quot;keepAspectRatio&quot;:false}},&quot;19dbc1ea-a6ee-4075-a490-487e23aff60f&quot;:{&quot;type&quot;:&quot;FIGURE_OBJECT&quot;,&quot;id&quot;:&quot;19dbc1ea-a6ee-4075-a490-487e23aff60f&quot;,&quot;relativeTransform&quot;:{&quot;translate&quot;:{&quot;x&quot;:-205.01329553479215,&quot;y&quot;:57.77361701260484},&quot;rotate&quot;:0},&quot;layout&quot;:{&quot;sizeRatio&quot;:{&quot;x&quot;:0.88,&quot;y&quot;:0.88},&quot;keepAspectRatio&quot;:false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22,231,247,1)&quot;},{&quot;type&quot;:&quot;STROKE&quot;,&quot;strokeStyle&quot;:&quot;#95AAD3&quot;,&quot;lineWidth&quot;:0,&quot;lineJoin&quot;:&quot;round&quot;}],&quot;isLocked&quot;:false,&quot;parent&quot;:{&quot;type&quot;:&quot;CHILD&quot;,&quot;parentId&quot;:&quot;f204bddb-dbd3-409d-b7ed-23334b3dc180&quot;,&quot;order&quot;:&quot;3&quot;}},&quot;d3fd8dca-7b9b-4cfc-940d-e410f15ad0d7&quot;:{&quot;type&quot;:&quot;FIGURE_OBJECT&quot;,&quot;id&quot;:&quot;d3fd8dca-7b9b-4cfc-940d-e410f15ad0d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4]}],&quot;text&quot;:&quot;OTU 2&quot;}],&quot;verticalAlign&quot;:&quot;TOP&quot;,&quot;_lastCaretLocation&quot;:{&quot;lineIndex&quot;:0,&quot;runIndex&quot;:-1,&quot;charIndex&quot;:-1,&quot;endOfLine&quot;:true}},&quot;size&quot;:{&quot;x&quot;:51.39962517315011,&quot;y&quot;:13},&quot;targetSize&quot;:{&quot;x&quot;:51.39962517315011,&quot;y&quot;:2},&quot;format&quot;:&quot;BETTER_TEXT&quot;,&quot;verticalAlign&quot;:&quot;TOP&quot;},&quot;parent&quot;:{&quot;type&quot;:&quot;CHILD&quot;,&quot;parentId&quot;:&quot;19dbc1ea-a6ee-4075-a490-487e23aff60f&quot;,&quot;order&quot;:&quot;5&quot;}},&quot;4948891e-e753-448f-83cb-e8cb498efb4e&quot;:{&quot;type&quot;:&quot;FIGURE_OBJECT&quot;,&quot;id&quot;:&quot;4948891e-e753-448f-83cb-e8cb498efb4e&quot;,&quot;relativeTransform&quot;:{&quot;translate&quot;:{&quot;x&quot;:-142.70721736510944,&quot;y&quot;:-27.93620539326076},&quot;rotate&quot;:0},&quot;layout&quot;:{&quot;sizeRatio&quot;:{&quot;x&quot;:0.88,&quot;y&quot;:0.88},&quot;keepAspectRatio&quot;:false},&quot;opacity&quot;:1,&quot;path&quot;:{&quot;type&quot;:&quot;RECT&quot;,&quot;size&quot;:{&quot;x&quot;:58.38797195947742,&quot;y&quot;:27.371793264655125},&quot;cornerRounding&quot;:{&quot;type&quot;:&quot;ARC_LENGTH&quot;,&quot;global&quot;:0}},&quot;pathStyles&quot;:[{&quot;type&quot;:&quot;FILL&quot;,&quot;fillStyle&quot;:&quot;rgba(222, 231, 247, 1)&quot;},{&quot;type&quot;:&quot;STROKE&quot;,&quot;strokeStyle&quot;:&quot;rgba(70,69,70,1)&quot;,&quot;lineWidth&quot;:0,&quot;lineJoin&quot;:&quot;round&quot;}],&quot;isLocked&quot;:false,&quot;parent&quot;:{&quot;type&quot;:&quot;CHILD&quot;,&quot;parentId&quot;:&quot;f204bddb-dbd3-409d-b7ed-23334b3dc180&quot;,&quot;order&quot;:&quot;35&quot;}},&quot;222593d6-8568-4df5-9420-d165dfe8fad4&quot;:{&quot;type&quot;:&quot;FIGURE_OBJECT&quot;,&quot;id&quot;:&quot;222593d6-8568-4df5-9420-d165dfe8fad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4,&quot;color&quot;:&quot;rgb(0,0,0)&quot;,&quot;fontWeight&quot;:&quot;bold&quot;,&quot;fontStyle&quot;:&quot;normal&quot;,&quot;decoration&quot;:&quot;none&quot;,&quot;script&quot;:&quot;none&quot;},&quot;range&quot;:[0,7]}],&quot;text&quot;:&quot;Sample 1&quot;}],&quot;verticalAlign&quot;:&quot;TOP&quot;,&quot;_lastCaretLocation&quot;:{&quot;lineIndex&quot;:0,&quot;runIndex&quot;:-1,&quot;charIndex&quot;:-1,&quot;endOfLine&quot;:true}},&quot;size&quot;:{&quot;x&quot;:51.381415324340125,&quot;y&quot;:13},&quot;targetSize&quot;:{&quot;x&quot;:51.381415324340125,&quot;y&quot;:2},&quot;format&quot;:&quot;BETTER_TEXT&quot;,&quot;verticalAlign&quot;:&quot;TOP&quot;},&quot;parent&quot;:{&quot;type&quot;:&quot;CHILD&quot;,&quot;parentId&quot;:&quot;4948891e-e753-448f-83cb-e8cb498efb4e&quot;,&quot;order&quot;:&quot;5&quot;}},&quot;e58c91dc-40ff-43a9-9d60-538246f1c719&quot;:{&quot;type&quot;:&quot;FIGURE_OBJECT&quot;,&quot;id&quot;:&quot;e58c91dc-40ff-43a9-9d60-538246f1c719&quot;,&quot;relativeTransform&quot;:{&quot;translate&quot;:{&quot;x&quot;:-80.35219194325732,&quot;y&quot;:-27.93620539326076},&quot;rotate&quot;:0},&quot;layout&quot;:{&quot;sizeRatio&quot;:{&quot;x&quot;:0.88,&quot;y&quot;:0.88},&quot;keepAspectRatio&quot;:false},&quot;opacity&quot;:1,&quot;path&quot;:{&quot;type&quot;:&quot;RECT&quot;,&quot;size&quot;:{&quot;x&quot;:58.371095859332755,&quot;y&quot;:27.371793264655125},&quot;cornerRounding&quot;:{&quot;type&quot;:&quot;ARC_LENGTH&quot;,&quot;global&quot;:0}},&quot;pathStyles&quot;:[{&quot;type&quot;:&quot;FILL&quot;,&quot;fillStyle&quot;:&quot;rgba(222, 231, 247, 1)&quot;},{&quot;type&quot;:&quot;STROKE&quot;,&quot;strokeStyle&quot;:&quot;rgba(70,69,70,1)&quot;,&quot;lineWidth&quot;:0,&quot;lineJoin&quot;:&quot;round&quot;}],&quot;isLocked&quot;:false,&quot;parent&quot;:{&quot;type&quot;:&quot;CHILD&quot;,&quot;parentId&quot;:&quot;f204bddb-dbd3-409d-b7ed-23334b3dc180&quot;,&quot;order&quot;:&quot;4&quot;}},&quot;79de285c-f09e-46d4-a71c-7fc30c303983&quot;:{&quot;type&quot;:&quot;FIGURE_OBJECT&quot;,&quot;id&quot;:&quot;79de285c-f09e-46d4-a71c-7fc30c30398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7]}],&quot;text&quot;:&quot;Sample 2&quot;}],&quot;verticalAlign&quot;:&quot;TOP&quot;,&quot;_lastCaretLocation&quot;:{&quot;lineIndex&quot;:0,&quot;runIndex&quot;:-1,&quot;charIndex&quot;:-1,&quot;endOfLine&quot;:true}},&quot;size&quot;:{&quot;x&quot;:51.36656435621283,&quot;y&quot;:13},&quot;targetSize&quot;:{&quot;x&quot;:51.36656435621283,&quot;y&quot;:2},&quot;format&quot;:&quot;BETTER_TEXT&quot;,&quot;verticalAlign&quot;:&quot;TOP&quot;},&quot;parent&quot;:{&quot;type&quot;:&quot;CHILD&quot;,&quot;parentId&quot;:&quot;e58c91dc-40ff-43a9-9d60-538246f1c719&quot;,&quot;order&quot;:&quot;5&quot;}},&quot;7336c07b-706f-443f-bce5-fc59ae06ac55&quot;:{&quot;type&quot;:&quot;FIGURE_OBJECT&quot;,&quot;id&quot;:&quot;7336c07b-706f-443f-bce5-fc59ae06ac55&quot;,&quot;relativeTransform&quot;:{&quot;translate&quot;:{&quot;x&quot;:-38.55774503544359,&quot;y&quot;:-27.9362053932607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7.54141371435131,&quot;y&quot;:27.371793264655125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5&quot;}},&quot;833ff220-0a90-4481-b34e-abf26e255720&quot;:{&quot;type&quot;:&quot;FIGURE_OBJECT&quot;,&quot;id&quot;:&quot;833ff220-0a90-4481-b34e-abf26e25572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5.436444068629152,&quot;y&quot;:13},&quot;targetSize&quot;:{&quot;x&quot;:15.436444068629152,&quot;y&quot;:2},&quot;format&quot;:&quot;BETTER_TEXT&quot;,&quot;verticalAlign&quot;:&quot;TOP&quot;},&quot;parent&quot;:{&quot;type&quot;:&quot;CHILD&quot;,&quot;parentId&quot;:&quot;7336c07b-706f-443f-bce5-fc59ae06ac55&quot;,&quot;order&quot;:&quot;5&quot;}},&quot;9ea8059b-eed9-440b-aeed-9a90f7be0388&quot;:{&quot;type&quot;:&quot;FIGURE_OBJECT&quot;,&quot;id&quot;:&quot;9ea8059b-eed9-440b-aeed-9a90f7be0388&quot;,&quot;relativeTransform&quot;:{&quot;translate&quot;:{&quot;x&quot;:2.97370639025187,&quot;y&quot;:-27.93557960597845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58.196500220524214,&quot;y&quot;:27.371793264655125},&quot;cornerRounding&quot;:{&quot;type&quot;:&quot;ARC_LENGTH&quot;,&quot;global&quot;:0}},&quot;pathStyles&quot;:[{&quot;type&quot;:&quot;FILL&quot;,&quot;fillStyle&quot;:&quot;rgba(222, 231, 247, 1)&quot;},{&quot;type&quot;:&quot;STROKE&quot;,&quot;strokeStyle&quot;:&quot;rgba(70,69,70,1)&quot;,&quot;lineWidth&quot;:0,&quot;lineJoin&quot;:&quot;round&quot;}],&quot;isLocked&quot;:false,&quot;parent&quot;:{&quot;type&quot;:&quot;CHILD&quot;,&quot;parentId&quot;:&quot;f204bddb-dbd3-409d-b7ed-23334b3dc180&quot;,&quot;order&quot;:&quot;52&quot;}},&quot;2c40e71f-0a77-4d61-b743-9ae68e23273f&quot;:{&quot;type&quot;:&quot;FIGURE_OBJECT&quot;,&quot;id&quot;:&quot;2c40e71f-0a77-4d61-b743-9ae68e23273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4,&quot;color&quot;:&quot;rgb(0,0,0)&quot;,&quot;fontWeight&quot;:&quot;bold&quot;,&quot;fontStyle&quot;:&quot;normal&quot;,&quot;decoration&quot;:&quot;none&quot;,&quot;script&quot;:&quot;none&quot;},&quot;range&quot;:[0,7]}],&quot;text&quot;:&quot;Sample n&quot;}],&quot;verticalAlign&quot;:&quot;TOP&quot;,&quot;_lastCaretLocation&quot;:{&quot;lineIndex&quot;:0,&quot;runIndex&quot;:-1,&quot;charIndex&quot;:-1,&quot;endOfLine&quot;:true}},&quot;size&quot;:{&quot;x&quot;:51.212920194061304,&quot;y&quot;:13},&quot;targetSize&quot;:{&quot;x&quot;:51.212920194061304,&quot;y&quot;:2},&quot;format&quot;:&quot;BETTER_TEXT&quot;,&quot;verticalAlign&quot;:&quot;TOP&quot;},&quot;parent&quot;:{&quot;type&quot;:&quot;CHILD&quot;,&quot;parentId&quot;:&quot;9ea8059b-eed9-440b-aeed-9a90f7be0388&quot;,&quot;order&quot;:&quot;5&quot;}},&quot;bed5a2c6-e28c-4997-a0cd-2481b1c98706&quot;:{&quot;type&quot;:&quot;FIGURE_OBJECT&quot;,&quot;id&quot;:&quot;bed5a2c6-e28c-4997-a0cd-2481b1c98706&quot;,&quot;relativeTransform&quot;:{&quot;translate&quot;:{&quot;x&quot;:-202.31198403942122,&quot;y&quot;:88.10229390280449},&quot;rotate&quot;:1.5707963267948966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4.061347045350317,&quot;y&quot;:57.4101147223181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7&quot;}},&quot;2798a03a-0c75-497e-bf94-2c4539db0d2f&quot;:{&quot;type&quot;:&quot;FIGURE_OBJECT&quot;,&quot;id&quot;:&quot;2798a03a-0c75-497e-bf94-2c4539db0d2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2.373985399908278,&quot;y&quot;:13},&quot;targetSize&quot;:{&quot;x&quot;:12.373985399908278,&quot;y&quot;:2},&quot;format&quot;:&quot;BETTER_TEXT&quot;,&quot;verticalAlign&quot;:&quot;TOP&quot;},&quot;parent&quot;:{&quot;type&quot;:&quot;CHILD&quot;,&quot;parentId&quot;:&quot;bed5a2c6-e28c-4997-a0cd-2481b1c98706&quot;,&quot;order&quot;:&quot;5&quot;}},&quot;413b7c56-a422-4827-bca2-e0335335741c&quot;:{&quot;type&quot;:&quot;FIGURE_OBJECT&quot;,&quot;id&quot;:&quot;413b7c56-a422-4827-bca2-e0335335741c&quot;,&quot;relativeTransform&quot;:{&quot;translate&quot;:{&quot;x&quot;:-142.79755667619327,&quot;y&quot;:118.50335137386375},&quot;rotate&quot;:0,&quot;skewX&quot;:0,&quot;scale&quot;:{&quot;x&quot;:1,&quot;y&quot;:1}},&quot;opacity&quot;:1,&quot;path&quot;:{&quot;type&quot;:&quot;RECT&quot;,&quot;size&quot;:{&quot;x&quot;:58.64750772769751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0,0,0,0)&quot;,&quot;lineWidth&quot;:0,&quot;lineJoin&quot;:&quot;round&quot;}],&quot;isLocked&quot;:false,&quot;parent&quot;:{&quot;type&quot;:&quot;CHILD&quot;,&quot;parentId&quot;:&quot;f204bddb-dbd3-409d-b7ed-23334b3dc180&quot;,&quot;order&quot;:&quot;72&quot;},&quot;layout&quot;:{&quot;sizeRatio&quot;:{&quot;x&quot;:0.88,&quot;y&quot;:0.88},&quot;keepAspectRatio&quot;:false}},&quot;aeeb1c0d-e2c6-4ea9-ac4a-543a9559a0b5&quot;:{&quot;type&quot;:&quot;FIGURE_OBJECT&quot;,&quot;id&quot;:&quot;aeeb1c0d-e2c6-4ea9-ac4a-543a9559a0b5&quot;,&quot;relativeTransform&quot;:{&quot;translate&quot;:{&quot;x&quot;:-80.58148944067597,&quot;y&quot;:118.43078227908254},&quot;rotate&quot;:0,&quot;skewX&quot;:0,&quot;scale&quot;:{&quot;x&quot;:1,&quot;y&quot;:1}},&quot;opacity&quot;:1,&quot;path&quot;:{&quot;type&quot;:&quot;RECT&quot;,&quot;size&quot;:{&quot;x&quot;:58.5072071634528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75&quot;},&quot;layout&quot;:{&quot;sizeRatio&quot;:{&quot;x&quot;:0.88,&quot;y&quot;:0.88},&quot;keepAspectRatio&quot;:false}},&quot;b2d90acb-e808-4eb5-a619-e0b931cc013c&quot;:{&quot;type&quot;:&quot;FIGURE_OBJECT&quot;,&quot;id&quot;:&quot;b2d90acb-e808-4eb5-a619-e0b931cc013c&quot;,&quot;relativeTransform&quot;:{&quot;translate&quot;:{&quot;x&quot;:5.0601229864533295,&quot;y&quot;:118.7188967175181},&quot;rotate&quot;:0,&quot;skewX&quot;:0,&quot;scale&quot;:{&quot;x&quot;:1,&quot;y&quot;:1}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43, 246, 251, 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f204bddb-dbd3-409d-b7ed-23334b3dc180&quot;,&quot;order&quot;:&quot;85&quot;},&quot;layout&quot;:{&quot;sizeRatio&quot;:{&quot;x&quot;:0.88,&quot;y&quot;:0.88},&quot;keepAspectRatio&quot;:false}},&quot;d246e256-552a-4646-abc4-7614aee0c14d&quot;:{&quot;type&quot;:&quot;FIGURE_OBJECT&quot;,&quot;id&quot;:&quot;d246e256-552a-4646-abc4-7614aee0c14d&quot;,&quot;relativeTransform&quot;:{&quot;translate&quot;:{&quot;x&quot;:-205.01362391171057,&quot;y&quot;:118.430749012024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58.40866496948876,&quot;y&quot;:45.59580163394249},&quot;cornerRounding&quot;:{&quot;type&quot;:&quot;ARC_LENGTH&quot;,&quot;global&quot;:0}},&quot;pathStyles&quot;:[{&quot;type&quot;:&quot;FILL&quot;,&quot;fillStyle&quot;:&quot;rgba(222,231,247,1)&quot;},{&quot;type&quot;:&quot;STROKE&quot;,&quot;strokeStyle&quot;:&quot;#95AAD3&quot;,&quot;lineWidth&quot;:0,&quot;lineJoin&quot;:&quot;round&quot;}],&quot;isLocked&quot;:false,&quot;parent&quot;:{&quot;type&quot;:&quot;CHILD&quot;,&quot;parentId&quot;:&quot;f204bddb-dbd3-409d-b7ed-23334b3dc180&quot;,&quot;order&quot;:&quot;9&quot;}},&quot;8830e81f-8ced-484a-9910-4e5ea15d2390&quot;:{&quot;type&quot;:&quot;FIGURE_OBJECT&quot;,&quot;id&quot;:&quot;8830e81f-8ced-484a-9910-4e5ea15d239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4]}],&quot;text&quot;:&quot;OTU k&quot;}],&quot;verticalAlign&quot;:&quot;TOP&quot;,&quot;_lastCaretLocation&quot;:{&quot;lineIndex&quot;:0,&quot;runIndex&quot;:-1,&quot;charIndex&quot;:-1,&quot;endOfLine&quot;:true}},&quot;size&quot;:{&quot;x&quot;:51.39962517315011,&quot;y&quot;:13},&quot;targetSize&quot;:{&quot;x&quot;:51.39962517315011,&quot;y&quot;:2},&quot;format&quot;:&quot;BETTER_TEXT&quot;,&quot;verticalAlign&quot;:&quot;TOP&quot;},&quot;parent&quot;:{&quot;type&quot;:&quot;CHILD&quot;,&quot;parentId&quot;:&quot;d246e256-552a-4646-abc4-7614aee0c14d&quot;,&quot;order&quot;:&quot;5&quot;}},&quot;51666a4f-21e3-4e07-9eeb-df10d697380d&quot;:{&quot;type&quot;:&quot;FIGURE_OBJECT&quot;,&quot;id&quot;:&quot;51666a4f-21e3-4e07-9eeb-df10d697380d&quot;,&quot;relativeTransform&quot;:{&quot;translate&quot;:{&quot;x&quot;:-140.25443137413373,&quot;y&quot;:88.10216221068244},&quot;rotate&quot;:1.5707963267948966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4.061347045350317,&quot;y&quot;:57.4101147223181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5&quot;}},&quot;247c7151-ba70-44d7-974c-c51f390e84d0&quot;:{&quot;type&quot;:&quot;FIGURE_OBJECT&quot;,&quot;id&quot;:&quot;247c7151-ba70-44d7-974c-c51f390e84d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2.373985399908278,&quot;y&quot;:13},&quot;targetSize&quot;:{&quot;x&quot;:12.373985399908278,&quot;y&quot;:2},&quot;format&quot;:&quot;BETTER_TEXT&quot;,&quot;verticalAlign&quot;:&quot;TOP&quot;},&quot;parent&quot;:{&quot;type&quot;:&quot;CHILD&quot;,&quot;parentId&quot;:&quot;51666a4f-21e3-4e07-9eeb-df10d697380d&quot;,&quot;order&quot;:&quot;5&quot;}},&quot;228e9885-ce3f-4255-bcb1-6a08e227637f&quot;:{&quot;type&quot;:&quot;FIGURE_OBJECT&quot;,&quot;id&quot;:&quot;228e9885-ce3f-4255-bcb1-6a08e227637f&quot;,&quot;relativeTransform&quot;:{&quot;translate&quot;:{&quot;x&quot;:-77.92817187600363,&quot;y&quot;:88.36954622191779},&quot;rotate&quot;:1.5707963267948966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4.061347045350317,&quot;y&quot;:57.4101147223181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7&quot;}},&quot;aca6a7c2-cf9c-45e2-a162-9fbadd84b9b5&quot;:{&quot;type&quot;:&quot;FIGURE_OBJECT&quot;,&quot;id&quot;:&quot;aca6a7c2-cf9c-45e2-a162-9fbadd84b9b5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2.373985399908278,&quot;y&quot;:13},&quot;targetSize&quot;:{&quot;x&quot;:12.373985399908278,&quot;y&quot;:2},&quot;format&quot;:&quot;BETTER_TEXT&quot;,&quot;verticalAlign&quot;:&quot;TOP&quot;},&quot;parent&quot;:{&quot;type&quot;:&quot;CHILD&quot;,&quot;parentId&quot;:&quot;228e9885-ce3f-4255-bcb1-6a08e227637f&quot;,&quot;order&quot;:&quot;5&quot;}},&quot;08659659-4b7c-4337-89f7-1fc21c9bc2cc&quot;:{&quot;type&quot;:&quot;FIGURE_OBJECT&quot;,&quot;id&quot;:&quot;08659659-4b7c-4337-89f7-1fc21c9bc2cc&quot;,&quot;relativeTransform&quot;:{&quot;translate&quot;:{&quot;x&quot;:-35.932089225172014,&quot;y&quot;:86.48570988491677},&quot;rotate&quot;:0.7853981633974484,&quot;skewX&quot;:2.220446049250313e-16,&quot;scale&quot;:{&quot;x&quot;:1,&quot;y&quot;:1}},&quot;layout&quot;:{&quot;sizeRatio&quot;:{&quot;x&quot;:0.88,&quot;y&quot;:0.88},&quot;keepAspectRatio&quot;:false},&quot;opacity&quot;:1,&quot;path&quot;:{&quot;type&quot;:&quot;RECT&quot;,&quot;size&quot;:{&quot;x&quot;:14.061347045350317,&quot;y&quot;:17.28046643838705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8&quot;}},&quot;b8ba8045-52c6-402a-9d13-fa089a9c185c&quot;:{&quot;type&quot;:&quot;FIGURE_OBJECT&quot;,&quot;id&quot;:&quot;b8ba8045-52c6-402a-9d13-fa089a9c185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2.373985399908278,&quot;y&quot;:13},&quot;targetSize&quot;:{&quot;x&quot;:12.373985399908278,&quot;y&quot;:2},&quot;format&quot;:&quot;BETTER_TEXT&quot;,&quot;verticalAlign&quot;:&quot;TOP&quot;},&quot;parent&quot;:{&quot;type&quot;:&quot;CHILD&quot;,&quot;parentId&quot;:&quot;08659659-4b7c-4337-89f7-1fc21c9bc2cc&quot;,&quot;order&quot;:&quot;5&quot;}},&quot;604a2127-461c-433e-9d4d-d579b5b00f53&quot;:{&quot;type&quot;:&quot;FIGURE_OBJECT&quot;,&quot;id&quot;:&quot;604a2127-461c-433e-9d4d-d579b5b00f53&quot;,&quot;relativeTransform&quot;:{&quot;translate&quot;:{&quot;x&quot;:5.766717824790561,&quot;y&quot;:88.39105973454234},&quot;rotate&quot;:1.5707963267948966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4.061347045350317,&quot;y&quot;:57.4101147223181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9&quot;}},&quot;0e61abab-91dc-49ce-b4cd-e68d3c4d60d8&quot;:{&quot;type&quot;:&quot;FIGURE_OBJECT&quot;,&quot;id&quot;:&quot;0e61abab-91dc-49ce-b4cd-e68d3c4d60d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448104774994732,&quot;color&quot;:&quot;rgb(0,0,0)&quot;,&quot;fontWeight&quot;:&quot;bold&quot;,&quot;fontStyle&quot;:&quot;normal&quot;,&quot;decoration&quot;:&quot;none&quot;,&quot;script&quot;:&quot;none&quot;},&quot;range&quot;:[0,2]}],&quot;text&quot;:&quot;...&quot;}],&quot;verticalAlign&quot;:&quot;TOP&quot;,&quot;_lastCaretLocation&quot;:{&quot;lineIndex&quot;:0,&quot;runIndex&quot;:-1,&quot;charIndex&quot;:-1,&quot;endOfLine&quot;:true}},&quot;size&quot;:{&quot;x&quot;:12.373985399908278,&quot;y&quot;:13},&quot;targetSize&quot;:{&quot;x&quot;:12.373985399908278,&quot;y&quot;:2},&quot;format&quot;:&quot;BETTER_TEXT&quot;,&quot;verticalAlign&quot;:&quot;TOP&quot;},&quot;parent&quot;:{&quot;type&quot;:&quot;CHILD&quot;,&quot;parentId&quot;:&quot;604a2127-461c-433e-9d4d-d579b5b00f53&quot;,&quot;order&quot;:&quot;5&quot;}},&quot;e0c57319-061e-46a7-aa88-63c27d44a550&quot;:{&quot;id&quot;:&quot;e0c57319-061e-46a7-aa88-63c27d44a55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666666666666666,&quot;color&quot;:&quot;black&quot;,&quot;fontWeight&quot;:&quot;bold&quot;,&quot;fontStyle&quot;:&quot;normal&quot;,&quot;decoration&quot;:&quot;none&quot;},&quot;range&quot;:[0,2]}],&quot;text&quot;:&quot;...&quot;}],&quot;_lastCaretLocation&quot;:{&quot;lineIndex&quot;:0,&quot;runIndex&quot;:-1,&quot;charIndex&quot;:-1,&quot;endOfLine&quot;:true}},&quot;format&quot;:&quot;BETTER_TEXT&quot;,&quot;size&quot;:{&quot;x&quot;:15.471306790561126,&quot;y&quot;:13},&quot;targetSize&quot;:{&quot;x&quot;:15.471306790561126,&quot;y&quot;:2}},&quot;parent&quot;:{&quot;type&quot;:&quot;CHILD&quot;,&quot;parentId&quot;:&quot;bb390053-30ff-4845-bc22-0767ebc71d90&quot;,&quot;order&quot;:&quot;5&quot;}},&quot;752e0a99-d523-42ab-bb59-b21dcf77b53b&quot;:{&quot;type&quot;:&quot;FIGURE_OBJECT&quot;,&quot;id&quot;:&quot;752e0a99-d523-42ab-bb59-b21dcf77b53b&quot;,&quot;relativeTransform&quot;:{&quot;translate&quot;:{&quot;x&quot;:-38.53793667070951,&quot;y&quot;:58.04168093695621},&quot;rotate&quot;:0,&quot;skewX&quot;:0,&quot;scale&quot;:{&quot;x&quot;:1,&quot;y&quot;:1}},&quot;opacity&quot;:1,&quot;path&quot;:{&quot;type&quot;:&quot;RECT&quot;,&quot;size&quot;:{&quot;x&quot;:17.58103044381946,&quot;y&quot;:45.5958016339424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95&quot;},&quot;layout&quot;:{&quot;sizeRatio&quot;:{&quot;x&quot;:0.88,&quot;y&quot;:0.88},&quot;keepAspectRatio&quot;:false}},&quot;8136a533-eaa7-495b-bf81-cfe484798911&quot;:{&quot;id&quot;:&quot;8136a533-eaa7-495b-bf81-cfe48479891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666666666666666,&quot;color&quot;:&quot;black&quot;,&quot;fontWeight&quot;:&quot;bold&quot;,&quot;fontStyle&quot;:&quot;normal&quot;,&quot;decoration&quot;:&quot;none&quot;},&quot;range&quot;:[0,2]}],&quot;text&quot;:&quot;...&quot;}],&quot;_lastCaretLocation&quot;:{&quot;lineIndex&quot;:0,&quot;runIndex&quot;:-1,&quot;charIndex&quot;:-1,&quot;endOfLine&quot;:true}},&quot;format&quot;:&quot;BETTER_TEXT&quot;,&quot;size&quot;:{&quot;x&quot;:15.471306790561126,&quot;y&quot;:13},&quot;targetSize&quot;:{&quot;x&quot;:15.471306790561126,&quot;y&quot;:2}},&quot;parent&quot;:{&quot;type&quot;:&quot;CHILD&quot;,&quot;parentId&quot;:&quot;752e0a99-d523-42ab-bb59-b21dcf77b53b&quot;,&quot;order&quot;:&quot;5&quot;}},&quot;e3e6046b-8a9d-4952-9f3b-9f32cd8f4d9b&quot;:{&quot;type&quot;:&quot;FIGURE_OBJECT&quot;,&quot;id&quot;:&quot;e3e6046b-8a9d-4952-9f3b-9f32cd8f4d9b&quot;,&quot;relativeTransform&quot;:{&quot;translate&quot;:{&quot;x&quot;:-38.53793667070951,&quot;y&quot;:118.43136866557083},&quot;rotate&quot;:0},&quot;opacity&quot;:1,&quot;path&quot;:{&quot;type&quot;:&quot;RECT&quot;,&quot;size&quot;:{&quot;x&quot;:17.58103044381946,&quot;y&quot;:45.59580163394249},&quot;cornerRounding&quot;:{&quot;type&quot;:&quot;ARC_LENGTH&quot;,&quot;global&quot;:0}},&quot;pathStyles&quot;:[{&quot;type&quot;:&quot;FILL&quot;,&quot;fillStyle&quot;:&quot;#FFFFFF&quot;},{&quot;type&quot;:&quot;STROKE&quot;,&quot;strokeStyle&quot;:&quot;#FFFFFF&quot;,&quot;lineWidth&quot;:1,&quot;lineJoin&quot;:&quot;round&quot;}],&quot;isLocked&quot;:false,&quot;parent&quot;:{&quot;type&quot;:&quot;CHILD&quot;,&quot;parentId&quot;:&quot;f204bddb-dbd3-409d-b7ed-23334b3dc180&quot;,&quot;order&quot;:&quot;997&quot;},&quot;layout&quot;:{&quot;sizeRatio&quot;:{&quot;x&quot;:0.88,&quot;y&quot;:0.88},&quot;keepAspectRatio&quot;:false}},&quot;656955aa-37ee-417b-9fe8-d266bf55ef5d&quot;:{&quot;id&quot;:&quot;656955aa-37ee-417b-9fe8-d266bf55ef5d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666666666666666,&quot;color&quot;:&quot;black&quot;,&quot;fontWeight&quot;:&quot;bold&quot;,&quot;fontStyle&quot;:&quot;normal&quot;,&quot;decoration&quot;:&quot;none&quot;},&quot;range&quot;:[0,2]}],&quot;text&quot;:&quot;...&quot;}],&quot;_lastCaretLocation&quot;:{&quot;lineIndex&quot;:0,&quot;runIndex&quot;:-1,&quot;charIndex&quot;:-1,&quot;endOfLine&quot;:true}},&quot;format&quot;:&quot;BETTER_TEXT&quot;,&quot;size&quot;:{&quot;x&quot;:15.471306790561126,&quot;y&quot;:13},&quot;targetSize&quot;:{&quot;x&quot;:15.471306790561126,&quot;y&quot;:2}},&quot;parent&quot;:{&quot;type&quot;:&quot;CHILD&quot;,&quot;parentId&quot;:&quot;e3e6046b-8a9d-4952-9f3b-9f32cd8f4d9b&quot;,&quot;order&quot;:&quot;5&quot;}},&quot;eec9e007-b0a5-471b-a0de-82599511a75f&quot;:{&quot;id&quot;:&quot;eec9e007-b0a5-471b-a0de-82599511a75f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00&quot;}],&quot;_lastCaretLocation&quot;:{&quot;lineIndex&quot;:0,&quot;runIndex&quot;:-1,&quot;charIndex&quot;:-1,&quot;endOfLine&quot;:true}},&quot;format&quot;:&quot;BETTER_TEXT&quot;,&quot;size&quot;:{&quot;x&quot;:51.39962517315011,&quot;y&quot;:15},&quot;targetSize&quot;:{&quot;x&quot;:51.39962517315011,&quot;y&quot;:2.32}},&quot;parent&quot;:{&quot;type&quot;:&quot;CHILD&quot;,&quot;parentId&quot;:&quot;ce341160-33cd-48f1-ba85-4546e6ebe68a&quot;,&quot;order&quot;:&quot;5&quot;}},&quot;e5390ca1-c83e-4921-9f7e-457bbcf19576&quot;:{&quot;id&quot;:&quot;e5390ca1-c83e-4921-9f7e-457bbcf19576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10&quot;}],&quot;_lastCaretLocation&quot;:{&quot;lineIndex&quot;:0,&quot;runIndex&quot;:-1,&quot;charIndex&quot;:-1,&quot;endOfLine&quot;:true}},&quot;format&quot;:&quot;BETTER_TEXT&quot;,&quot;size&quot;:{&quot;x&quot;:51.32612590311322,&quot;y&quot;:15},&quot;targetSize&quot;:{&quot;x&quot;:51.32612590311322,&quot;y&quot;:2.32}},&quot;parent&quot;:{&quot;type&quot;:&quot;CHILD&quot;,&quot;parentId&quot;:&quot;cd90161d-7681-45a3-acd8-8d10ce159023&quot;,&quot;order&quot;:&quot;5&quot;}},&quot;7713f977-b342-4f09-a858-8b16ece808b0&quot;:{&quot;id&quot;:&quot;7713f977-b342-4f09-a858-8b16ece808b0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10&quot;}],&quot;_lastCaretLocation&quot;:{&quot;lineIndex&quot;:0,&quot;runIndex&quot;:-1,&quot;charIndex&quot;:-1,&quot;endOfLine&quot;:true}},&quot;format&quot;:&quot;BETTER_TEXT&quot;,&quot;size&quot;:{&quot;x&quot;:51.39962517315011,&quot;y&quot;:15},&quot;targetSize&quot;:{&quot;x&quot;:51.39962517315011,&quot;y&quot;:2.32}},&quot;parent&quot;:{&quot;type&quot;:&quot;CHILD&quot;,&quot;parentId&quot;:&quot;28d4d373-2f33-4fe7-b8f1-d4819c6ebc3c&quot;,&quot;order&quot;:&quot;5&quot;}},&quot;62d40a5b-3468-4495-88ec-b3f52e9b6056&quot;:{&quot;id&quot;:&quot;62d40a5b-3468-4495-88ec-b3f52e9b6056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20&quot;}],&quot;_lastCaretLocation&quot;:{&quot;lineIndex&quot;:0,&quot;runIndex&quot;:-1,&quot;charIndex&quot;:-1,&quot;endOfLine&quot;:true}},&quot;format&quot;:&quot;BETTER_TEXT&quot;,&quot;size&quot;:{&quot;x&quot;:51.39962517315011,&quot;y&quot;:15},&quot;targetSize&quot;:{&quot;x&quot;:51.39962517315011,&quot;y&quot;:2.32}},&quot;parent&quot;:{&quot;type&quot;:&quot;CHILD&quot;,&quot;parentId&quot;:&quot;7a2c5ee6-ebed-4dc3-a3cc-c1e324b2b301&quot;,&quot;order&quot;:&quot;5&quot;}},&quot;696b637c-e5c2-43d2-a51a-a4b0ebec4c55&quot;:{&quot;id&quot;:&quot;696b637c-e5c2-43d2-a51a-a4b0ebec4c55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01&quot;}],&quot;_lastCaretLocation&quot;:{&quot;lineIndex&quot;:0,&quot;runIndex&quot;:-1,&quot;charIndex&quot;:-1,&quot;endOfLine&quot;:true}},&quot;format&quot;:&quot;BETTER_TEXT&quot;,&quot;size&quot;:{&quot;x&quot;:51.48634230383852,&quot;y&quot;:15},&quot;targetSize&quot;:{&quot;x&quot;:51.48634230383852,&quot;y&quot;:2.32}},&quot;parent&quot;:{&quot;type&quot;:&quot;CHILD&quot;,&quot;parentId&quot;:&quot;ea8c9445-1a8b-491d-acb1-80d5f82f1b1d&quot;,&quot;order&quot;:&quot;5&quot;}},&quot;272dd46c-adb2-40d7-9d83-a7804176c099&quot;:{&quot;id&quot;:&quot;272dd46c-adb2-40d7-9d83-a7804176c099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01&quot;}],&quot;_lastCaretLocation&quot;:{&quot;lineIndex&quot;:0,&quot;runIndex&quot;:-1,&quot;charIndex&quot;:-1,&quot;endOfLine&quot;:true}},&quot;format&quot;:&quot;BETTER_TEXT&quot;,&quot;size&quot;:{&quot;x&quot;:51.60980680037381,&quot;y&quot;:15},&quot;targetSize&quot;:{&quot;x&quot;:51.60980680037381,&quot;y&quot;:2.32}},&quot;parent&quot;:{&quot;type&quot;:&quot;CHILD&quot;,&quot;parentId&quot;:&quot;adbdc21c-bcdb-4a32-b4af-36eaffdec3e3&quot;,&quot;order&quot;:&quot;5&quot;}},&quot;d982ea37-b6b8-4cd7-9d60-07c6667021e6&quot;:{&quot;id&quot;:&quot;d982ea37-b6b8-4cd7-9d60-07c6667021e6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00&quot;}],&quot;_lastCaretLocation&quot;:{&quot;lineIndex&quot;:0,&quot;runIndex&quot;:-1,&quot;charIndex&quot;:-1,&quot;endOfLine&quot;:true}},&quot;format&quot;:&quot;BETTER_TEXT&quot;,&quot;size&quot;:{&quot;x&quot;:51.60980680037381,&quot;y&quot;:15},&quot;targetSize&quot;:{&quot;x&quot;:51.60980680037381,&quot;y&quot;:2.32}},&quot;parent&quot;:{&quot;type&quot;:&quot;CHILD&quot;,&quot;parentId&quot;:&quot;413b7c56-a422-4827-bca2-e0335335741c&quot;,&quot;order&quot;:&quot;5&quot;}},&quot;86b8d114-f41e-4284-bc2d-50ecc0bbe9ac&quot;:{&quot;id&quot;:&quot;86b8d114-f41e-4284-bc2d-50ecc0bbe9ac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20&quot;}],&quot;_lastCaretLocation&quot;:{&quot;lineIndex&quot;:0,&quot;runIndex&quot;:-1,&quot;charIndex&quot;:-1,&quot;endOfLine&quot;:true}},&quot;format&quot;:&quot;BETTER_TEXT&quot;,&quot;size&quot;:{&quot;x&quot;:51.48634230383852,&quot;y&quot;:15},&quot;targetSize&quot;:{&quot;x&quot;:51.48634230383852,&quot;y&quot;:2.32}},&quot;parent&quot;:{&quot;type&quot;:&quot;CHILD&quot;,&quot;parentId&quot;:&quot;aeeb1c0d-e2c6-4ea9-ac4a-543a9559a0b5&quot;,&quot;order&quot;:&quot;5&quot;}},&quot;73c2e1f9-7a30-4622-823b-f74119b1d93c&quot;:{&quot;id&quot;:&quot;73c2e1f9-7a30-4622-823b-f74119b1d93c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3]}],&quot;text&quot;:&quot;0.01&quot;}],&quot;_lastCaretLocation&quot;:{&quot;lineIndex&quot;:0,&quot;runIndex&quot;:-1,&quot;charIndex&quot;:-1,&quot;endOfLine&quot;:true}},&quot;format&quot;:&quot;BETTER_TEXT&quot;,&quot;size&quot;:{&quot;x&quot;:51.39962517315011,&quot;y&quot;:15},&quot;targetSize&quot;:{&quot;x&quot;:51.39962517315011,&quot;y&quot;:2.32}},&quot;parent&quot;:{&quot;type&quot;:&quot;CHILD&quot;,&quot;parentId&quot;:&quot;b2d90acb-e808-4eb5-a619-e0b931cc013c&quot;,&quot;order&quot;:&quot;5&quot;}},&quot;4525c092-1c8c-4054-ba78-a052488622a2&quot;:{&quot;id&quot;:&quot;4525c092-1c8c-4054-ba78-a052488622a2&quot;,&quot;type&quot;:&quot;FIGURE_OBJECT&quot;,&quot;relativeTransform&quot;:{&quot;translate&quot;:{&quot;x&quot;:244.29684743060903,&quot;y&quot;:-294.0902957853233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italic&quot;,&quot;decoration&quot;:&quot;none&quot;},&quot;range&quot;:[0,17]}],&quot;text&quot;:&quot;Relative abundance&quot;}],&quot;_lastCaretLocation&quot;:{&quot;lineIndex&quot;:0,&quot;runIndex&quot;:-1,&quot;charIndex&quot;:-1,&quot;endOfLine&quot;:true}},&quot;format&quot;:&quot;BETTER_TEXT&quot;,&quot;size&quot;:{&quot;x&quot;:120.18463134765625,&quot;y&quot;:24.24},&quot;targetSize&quot;:{&quot;x&quot;:120,&quot;y&quot;:24.24}},&quot;parent&quot;:{&quot;type&quot;:&quot;CHILD&quot;,&quot;parentId&quot;:&quot;4b9f7a17-e539-4340-a7d3-72d677f4b0a0&quot;,&quot;order&quot;:&quot;9999999999999999999999999999999&quot;}},&quot;dfe06c77-d41d-4e96-97dc-e3450e2429dd&quot;:{&quot;id&quot;:&quot;dfe06c77-d41d-4e96-97dc-e3450e2429dd&quot;,&quot;type&quot;:&quot;FIGURE_OBJECT&quot;,&quot;relativeTransform&quot;:{&quot;translate&quot;:{&quot;x&quot;:-39.33319159455637,&quot;y&quot;:-125.9130139685124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},&quot;range&quot;:[0,20]}],&quot;text&quot;:&quot;Microbial communities&quot;}],&quot;_lastCaretLocation&quot;:{&quot;lineIndex&quot;:0,&quot;runIndex&quot;:-1,&quot;charIndex&quot;:-1,&quot;endOfLine&quot;:true}},&quot;format&quot;:&quot;BETTER_TEXT&quot;,&quot;size&quot;:{&quot;x&quot;:89.902299997715,&quot;y&quot;:30},&quot;targetSize&quot;:{&quot;x&quot;:89.902299997715,&quot;y&quot;:30}},&quot;parent&quot;:{&quot;type&quot;:&quot;CHILD&quot;,&quot;parentId&quot;:&quot;4b9f7a17-e539-4340-a7d3-72d677f4b0a0&quot;,&quot;order&quot;:&quot;99999999999999999999999999999995&quot;}}}}"/>
  <p:tag name="TRANSPARENTBACKGROUND" val="false"/>
  <p:tag name="VERSION" val="1744124903266"/>
  <p:tag name="TITLE" val="MetaABaCo architecture"/>
  <p:tag name="CREATORNAME" val="Edir Sebastian Vidal Castro"/>
  <p:tag name="DATEINSERTED" val="174412493448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f54e05811daf4b4c6b4067"/>
  <p:tag name="BIOJSON" val="{&quot;id&quot;:&quot;4d1899f3-832a-4804-88cb-63ad856b2b25&quot;,&quot;objects&quot;:{&quot;4d1899f3-832a-4804-88cb-63ad856b2b25&quot;:{&quot;id&quot;:&quot;4d1899f3-832a-4804-88cb-63ad856b2b25&quot;,&quot;type&quot;:&quot;FIGURE_OBJECT&quot;,&quot;document&quot;:{&quot;type&quot;:&quot;DOCUMENT_GROUP&quot;,&quot;canvasType&quot;:&quot;FIGURE&quot;,&quot;units&quot;:&quot;in&quot;}},&quot;dcc59aac-f9f9-4286-ba43-aaef88549495&quot;:{&quot;id&quot;:&quot;dcc59aac-f9f9-4286-ba43-aaef8854949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4d1899f3-832a-4804-88cb-63ad856b2b25&quot;,&quot;type&quot;:&quot;FRAME&quot;,&quot;order&quot;:&quot;5&quot;}},&quot;02196bd0-82d9-40c2-b9f2-73b5c56822cd&quot;:{&quot;id&quot;:&quot;02196bd0-82d9-40c2-b9f2-73b5c56822cd&quot;,&quot;type&quot;:&quot;FIGURE_OBJECT&quot;,&quot;document&quot;:{&quot;type&quot;:&quot;FIGURE&quot;,&quot;canvasType&quot;:&quot;FIGURE&quot;,&quot;units&quot;:&quot;in&quot;},&quot;parent&quot;:{&quot;parentId&quot;:&quot;4d1899f3-832a-4804-88cb-63ad856b2b25&quot;,&quot;type&quot;:&quot;DOCUMENT&quot;,&quot;order&quot;:&quot;5&quot;}},&quot;3398145f-43bb-4153-b02c-09e158dbb480&quot;:{&quot;id&quot;:&quot;3398145f-43bb-4153-b02c-09e158dbb480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02196bd0-82d9-40c2-b9f2-73b5c56822cd&quot;,&quot;order&quot;:&quot;5&quot;}},&quot;fb41c50a-3d86-475e-a841-9ba4b1515432&quot;:{&quot;id&quot;:&quot;fb41c50a-3d86-475e-a841-9ba4b1515432&quot;,&quot;type&quot;:&quot;FIGURE_OBJECT&quot;,&quot;guide&quot;:{&quot;type&quot;:&quot;GRID&quot;,&quot;distance&quot;:0.5,&quot;units&quot;:&quot;in&quot;},&quot;parent&quot;:{&quot;parentId&quot;:&quot;4d1899f3-832a-4804-88cb-63ad856b2b25&quot;,&quot;type&quot;:&quot;GUIDE&quot;,&quot;order&quot;:&quot;5&quot;}},&quot;c178835d-4cce-4412-9f4d-1a1c146ed36b&quot;:{&quot;relativeTransform&quot;:{&quot;translate&quot;:{&quot;x&quot;:469.8941420421402,&quot;y&quot;:516.0281356000435},&quot;rotate&quot;:0},&quot;type&quot;:&quot;FIGURE_OBJECT&quot;,&quot;id&quot;:&quot;c178835d-4cce-4412-9f4d-1a1c146ed36b&quot;,&quot;parent&quot;:{&quot;type&quot;:&quot;CHILD&quot;,&quot;parentId&quot;:&quot;02196bd0-82d9-40c2-b9f2-73b5c56822cd&quot;,&quot;order&quot;:&quot;5&quot;},&quot;name&quot;:&quot;Microbiome&quot;,&quot;displayName&quot;:&quot;Microbiome&quot;,&quot;source&quot;:{&quot;id&quot;:&quot;608aef302dc61800ab82d2d0&quot;,&quot;type&quot;:&quot;ASSETS&quot;},&quot;isPremium&quot;:true},&quot;06dfebbe-248c-41f7-b642-a5d2cfc1816f&quot;:{&quot;type&quot;:&quot;FIGURE_OBJECT&quot;,&quot;id&quot;:&quot;06dfebbe-248c-41f7-b642-a5d2cfc1816f&quot;,&quot;name&quot;:&quot;Spirillum (flagella)&quot;,&quot;relativeTransform&quot;:{&quot;translate&quot;:{&quot;x&quot;:-451.39710467336005,&quot;y&quot;:-459.25426840131917},&quot;rotate&quot;:-2.8925701623721567,&quot;skewX&quot;:1.6718544685972052e-16,&quot;scale&quot;:{&quot;x&quot;:0.10186286634801699,&quot;y&quot;:0.10186286634801701}},&quot;opacity&quot;:1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05&quot;}},&quot;7ad03de9-b2cc-4104-a4fa-07b86f7b85ac&quot;:{&quot;type&quot;:&quot;FIGURE_OBJECT&quot;,&quot;id&quot;:&quot;7ad03de9-b2cc-4104-a4fa-07b86f7b85ac&quot;,&quot;name&quot;:&quot;Bacillus (flagellum)&quot;,&quot;relativeTransform&quot;:{&quot;translate&quot;:{&quot;x&quot;:-421.686363117694,&quot;y&quot;:-518.057186551113},&quot;rotate&quot;:-1.1765808663116044,&quot;skewX&quot;:0,&quot;scale&quot;:{&quot;x&quot;:0.44150899493808016,&quot;y&quot;:0.4415089949380808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&quot;}},&quot;1aac71bd-6620-400a-879f-bcf6f57fbf6f&quot;:{&quot;type&quot;:&quot;FIGURE_OBJECT&quot;,&quot;id&quot;:&quot;1aac71bd-6620-400a-879f-bcf6f57fbf6f&quot;,&quot;name&quot;:&quot;Bacillus (flagellum)&quot;,&quot;relativeTransform&quot;:{&quot;translate&quot;:{&quot;x&quot;:-551.6906878814302,&quot;y&quot;:-588.9979369046066},&quot;rotate&quot;:2.0166956140049166,&quot;skewX&quot;:-2.8477451587999275e-16,&quot;scale&quot;:{&quot;x&quot;:0.4415089949380802,&quot;y&quot;:0.44150899493807994}},&quot;opacity&quot;:0.76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15&quot;}},&quot;e1a42f7e-252c-4e21-af9f-d74e3674330e&quot;:{&quot;type&quot;:&quot;FIGURE_OBJECT&quot;,&quot;id&quot;:&quot;e1a42f7e-252c-4e21-af9f-d74e3674330e&quot;,&quot;name&quot;:&quot;Vibrio cholerae 1&quot;,&quot;relativeTransform&quot;:{&quot;translate&quot;:{&quot;x&quot;:-473.3261626060594,&quot;y&quot;:-582.2775905181421},&quot;rotate&quot;:-2.6449842907609207,&quot;skewX&quot;:-7.82769369091316e-17,&quot;scale&quot;:{&quot;x&quot;:0.14886692461646156,&quot;y&quot;:0.14886692461646134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&quot;}},&quot;6e09210b-da14-4b7f-9b0b-2f2d96f82b92&quot;:{&quot;type&quot;:&quot;FIGURE_OBJECT&quot;,&quot;id&quot;:&quot;6e09210b-da14-4b7f-9b0b-2f2d96f82b92&quot;,&quot;name&quot;:&quot;Bacillus (peritrichous flagella)&quot;,&quot;relativeTransform&quot;:{&quot;translate&quot;:{&quot;x&quot;:-500.78099407523166,&quot;y&quot;:-531.9648076072882},&quot;rotate&quot;:-0.10966623319729883,&quot;skewX&quot;:1.791822964695654e-16,&quot;scale&quot;:{&quot;x&quot;:0.46150766572975155,&quot;y&quot;:0.4615076657297503}},&quot;opacity&quot;: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25&quot;}},&quot;0f05ff55-e74d-419e-bb31-2f459fc02527&quot;:{&quot;type&quot;:&quot;FIGURE_OBJECT&quot;,&quot;id&quot;:&quot;0f05ff55-e74d-419e-bb31-2f459fc02527&quot;,&quot;name&quot;:&quot;Vibrio cholerae 1&quot;,&quot;relativeTransform&quot;:{&quot;translate&quot;:{&quot;x&quot;:-446.6289204971378,&quot;y&quot;:-419.223759090936},&quot;rotate&quot;:-0.1176932914622562,&quot;skewX&quot;:-5.088000899093555e-16,&quot;scale&quot;:{&quot;x&quot;:0.14886692461646156,&quot;y&quot;:0.1488669246164612}},&quot;opacity&quot;:0.76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3&quot;}},&quot;1fe0a056-5006-4752-b1fa-59969a4ae7b2&quot;:{&quot;type&quot;:&quot;FIGURE_OBJECT&quot;,&quot;id&quot;:&quot;1fe0a056-5006-4752-b1fa-59969a4ae7b2&quot;,&quot;name&quot;:&quot;Spirillum (flagella)&quot;,&quot;relativeTransform&quot;:{&quot;translate&quot;:{&quot;x&quot;:-545.2222261785867,&quot;y&quot;:-463.13007995580784},&quot;rotate&quot;:2.524148531478822,&quot;skewX&quot;:7.523345108687404e-16,&quot;scale&quot;:{&quot;x&quot;:-0.10186286634801711,&quot;y&quot;:0.10186286634801701}},&quot;opacity&quot;:0.34,&quot;image&quot;:{&quot;url&quot;:&quot;https://icons.biorender.com/biorender/5b081827ca8be3001440b501/spirillum-flagella.png&quot;,&quot;fallbackUrl&quot;:&quot;https://res.cloudinary.com/dlcjuc3ej/image/upload/v1527257100/ifemeuhqmgzseuvtrpxx.svg#/keystone/api/icons/5b081827ca8be3001440b501/spirillum-flagella.svg&quot;,&quot;size&quot;:{&quot;x&quot;:980,&quot;y&quot;:202},&quot;isPremium&quot;:false,&quot;isPacked&quot;:true},&quot;source&quot;:{&quot;id&quot;:&quot;5b0817ceca8be3001440b4f2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&quot;}},&quot;6623f0b9-d1c7-4c16-9595-93e9cc11fa31&quot;:{&quot;type&quot;:&quot;FIGURE_OBJECT&quot;,&quot;id&quot;:&quot;6623f0b9-d1c7-4c16-9595-93e9cc11fa31&quot;,&quot;name&quot;:&quot;Bacillus (flagellum)&quot;,&quot;relativeTransform&quot;:{&quot;translate&quot;:{&quot;x&quot;:-520.1840236704019,&quot;y&quot;:-434.26013937220256},&quot;rotate&quot;:5.834224152686721,&quot;skewX&quot;:7.119362896999817e-17,&quot;scale&quot;:{&quot;x&quot;:-0.44150899493808027,&quot;y&quot;:0.4415089949380807}},&quot;opacity&quot;:0.77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55&quot;}},&quot;efede4ed-48e0-427f-b8d2-1b7fcef8bec4&quot;:{&quot;type&quot;:&quot;FIGURE_OBJECT&quot;,&quot;id&quot;:&quot;efede4ed-48e0-427f-b8d2-1b7fcef8bec4&quot;,&quot;name&quot;:&quot;Vibrio cholerae 1&quot;,&quot;relativeTransform&quot;:{&quot;translate&quot;:{&quot;x&quot;:-577.7577772972543,&quot;y&quot;:-510.1626617081658},&quot;rotate&quot;:1.863257078740924,&quot;skewX&quot;:-5.870770268184871e-16,&quot;scale&quot;:{&quot;x&quot;:-0.14886692461646156,&quot;y&quot;:0.1488669246164612}},&quot;opacity&quot;:0.74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&quot;}},&quot;c2e6330a-9aa5-4172-9bdd-dd1e784645e4&quot;:{&quot;type&quot;:&quot;FIGURE_OBJECT&quot;,&quot;id&quot;:&quot;c2e6330a-9aa5-4172-9bdd-dd1e784645e4&quot;,&quot;name&quot;:&quot;Vibrio cholerae 1&quot;,&quot;relativeTransform&quot;:{&quot;translate&quot;:{&quot;x&quot;:-331.4800527568135,&quot;y&quot;:-522.1821373247283},&quot;rotate&quot;:1.5707963267948946,&quot;skewX&quot;:-2.7809554449167565e-31,&quot;scale&quot;:{&quot;x&quot;:-0.14886692461646156,&quot;y&quot;:0.14886692461646156}},&quot;opacity&quot;:0.9,&quot;image&quot;:{&quot;url&quot;:&quot;https://icons.biorender.com/biorender/5b0db3c3bfcd0a0014b5ffb3/vibrio-cholerae-1.png&quot;,&quot;fallbackUrl&quot;:&quot;https://res.cloudinary.com/dlcjuc3ej/image/upload/v1527624640/w7lmi6dk6bldapc2vqxq.svg#/keystone/api/icons/5b0db3c3bfcd0a0014b5ffb3/vibrio-cholerae-1.svg&quot;,&quot;size&quot;:{&quot;x&quot;:518,&quot;y&quot;:179},&quot;isPremium&quot;:false,&quot;isPacked&quot;:true},&quot;source&quot;:{&quot;id&quot;:&quot;5b0db3711531dd0014891498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65&quot;}},&quot;1be6b144-afd7-4fdc-8628-efa3eb2f39cb&quot;:{&quot;type&quot;:&quot;FIGURE_OBJECT&quot;,&quot;id&quot;:&quot;1be6b144-afd7-4fdc-8628-efa3eb2f39cb&quot;,&quot;name&quot;:&quot;Bacillus (peritrichous flagella)&quot;,&quot;relativeTransform&quot;:{&quot;translate&quot;:{&quot;x&quot;:-380.0053285289779,&quot;y&quot;:-583.0566473462984},&quot;rotate&quot;:6.283185307179586,&quot;skewX&quot;:8.680682668176975e-32,&quot;scale&quot;:{&quot;x&quot;:-0.4615076657297516,&quot;y&quot;:0.46150766572975205}},&quot;opacity&quot;:0.89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&quot;}},&quot;f380f8a8-93c3-498c-885d-25e42080bae3&quot;:{&quot;type&quot;:&quot;FIGURE_OBJECT&quot;,&quot;id&quot;:&quot;f380f8a8-93c3-498c-885d-25e42080bae3&quot;,&quot;name&quot;:&quot;Bacillus (peritrichous flagella)&quot;,&quot;relativeTransform&quot;:{&quot;translate&quot;:{&quot;x&quot;:-353.0469826426789,&quot;y&quot;:-436.62616588827353},&quot;rotate&quot;:4.71238898038469,&quot;skewX&quot;:1.8218821256788762e-31,&quot;scale&quot;:{&quot;x&quot;:-0.4112634331686048,&quot;y&quot;:0.41126343316860514}},&quot;opacity&quot;:0.51,&quot;image&quot;:{&quot;url&quot;:&quot;https://icons.biorender.com/biorender/5e178d03cd8a840026a897f8/bacillus-peritrichous-flagella.png&quot;,&quot;fallbackUrl&quot;:&quot;https://res.cloudinary.com/dlcjuc3ej/image/upload/v1578601725/cmak2tftbjyhknxta7sa.svg#/keystone/api/icons/5e178d03cd8a840026a897f8/bacillus-peritrichous-flagella.svg&quot;,&quot;size&quot;:{&quot;x&quot;:230,&quot;y&quot;:127},&quot;isPremium&quot;:false,&quot;isPacked&quot;:true},&quot;source&quot;:{&quot;id&quot;:&quot;5b070f33bd399f0014847d3a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75&quot;}},&quot;6cf15556-1cc3-4c68-bd16-bac84c7fb34b&quot;:{&quot;type&quot;:&quot;FIGURE_OBJECT&quot;,&quot;id&quot;:&quot;6cf15556-1cc3-4c68-bd16-bac84c7fb34b&quot;,&quot;name&quot;:&quot;Bacillus (flagellum)&quot;,&quot;relativeTransform&quot;:{&quot;translate&quot;:{&quot;x&quot;:-377.41209761236655,&quot;y&quot;:-503.53781740688845},&quot;rotate&quot;:-1.1765808663116044,&quot;skewX&quot;:0,&quot;scale&quot;:{&quot;x&quot;:0.44150899493808016,&quot;y&quot;:0.4415089949380808}},&quot;opacity&quot;:0.93,&quot;image&quot;:{&quot;url&quot;:&quot;https://icons.biorender.com/biorender/5e178bf2cd8a840026a897ac/bacillus-flagellum.png&quot;,&quot;fallbackUrl&quot;:&quot;https://res.cloudinary.com/dlcjuc3ej/image/upload/v1578601452/awubvlh6dlld6dvyvzo1.svg#/keystone/api/icons/5e178bf2cd8a840026a897ac/bacillus-flagellum.svg&quot;,&quot;size&quot;:{&quot;x&quot;:155,&quot;y&quot;:30},&quot;isPremium&quot;:false,&quot;isPacked&quot;:true},&quot;source&quot;:{&quot;id&quot;:&quot;5b070dd6bd399f0014847d03&quot;,&quot;type&quot;:&quot;ASSETS&quot;},&quot;pathStyles&quot;:[{&quot;type&quot;:&quot;FILL&quot;,&quot;fillStyle&quot;:&quot;rgb(0,0,0)&quot;}],&quot;isLocked&quot;:false,&quot;parent&quot;:{&quot;type&quot;:&quot;CHILD&quot;,&quot;parentId&quot;:&quot;c178835d-4cce-4412-9f4d-1a1c146ed36b&quot;,&quot;order&quot;:&quot;8&quot;}}}}"/>
  <p:tag name="TRANSPARENTBACKGROUND" val="true"/>
  <p:tag name="VERSION" val="1744129583405"/>
  <p:tag name="TITLE" val="test"/>
  <p:tag name="CREATORNAME" val="Edir Sebastian Vidal Castro"/>
  <p:tag name="DATEINSERTED" val="174412959830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5160</TotalTime>
  <Words>1794</Words>
  <Application>Microsoft Macintosh PowerPoint</Application>
  <PresentationFormat>Widescreen</PresentationFormat>
  <Paragraphs>531</Paragraphs>
  <Slides>50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Aptos Display</vt:lpstr>
      <vt:lpstr>Arial</vt:lpstr>
      <vt:lpstr>Cambria Math</vt:lpstr>
      <vt:lpstr>Office Theme</vt:lpstr>
      <vt:lpstr>Microbial  association networks</vt:lpstr>
      <vt:lpstr>A network is…</vt:lpstr>
      <vt:lpstr>A network is…</vt:lpstr>
      <vt:lpstr>A network is…</vt:lpstr>
      <vt:lpstr>A network is…</vt:lpstr>
      <vt:lpstr>A network is…</vt:lpstr>
      <vt:lpstr>A network is…</vt:lpstr>
      <vt:lpstr>Why Networks?</vt:lpstr>
      <vt:lpstr>Why Networks?</vt:lpstr>
      <vt:lpstr>Why Networks?</vt:lpstr>
      <vt:lpstr>Why Networks?</vt:lpstr>
      <vt:lpstr>Why Networks?</vt:lpstr>
      <vt:lpstr>Why Networks?</vt:lpstr>
      <vt:lpstr>Why Networks?</vt:lpstr>
      <vt:lpstr>Why Networks?</vt:lpstr>
      <vt:lpstr>Basic Network Concepts</vt:lpstr>
      <vt:lpstr>Basic Network Concepts</vt:lpstr>
      <vt:lpstr>Basic Network Concepts</vt:lpstr>
      <vt:lpstr>Basic Network Concepts</vt:lpstr>
      <vt:lpstr>Basic Network Concepts</vt:lpstr>
      <vt:lpstr>Basic Network Concepts</vt:lpstr>
      <vt:lpstr>Basic Network Concepts</vt:lpstr>
      <vt:lpstr>Basic Network Concepts</vt:lpstr>
      <vt:lpstr>Basic Network Concepts</vt:lpstr>
      <vt:lpstr>Basic Network Concepts</vt:lpstr>
      <vt:lpstr>Basic Network Concepts</vt:lpstr>
      <vt:lpstr>Basic Network Concepts</vt:lpstr>
      <vt:lpstr>Basic Network Concepts – Centrality</vt:lpstr>
      <vt:lpstr>Basic Network Concepts – Centrality</vt:lpstr>
      <vt:lpstr>Basic Network Concepts – Centrality</vt:lpstr>
      <vt:lpstr>Basic Network Concepts – Centrality</vt:lpstr>
      <vt:lpstr>Basic Network Concepts – Centrality</vt:lpstr>
      <vt:lpstr>Basic Network Concepts – Centrality</vt:lpstr>
      <vt:lpstr>Basic Network Concepts – Clustering</vt:lpstr>
      <vt:lpstr>Basic Network Concepts – Clustering</vt:lpstr>
      <vt:lpstr>Basic Network Concepts – Clustering</vt:lpstr>
      <vt:lpstr>Basic Network Concepts – Clustering</vt:lpstr>
      <vt:lpstr>Basic Network Concepts – Clustering</vt:lpstr>
      <vt:lpstr>Basic Network Concepts – Clustering</vt:lpstr>
      <vt:lpstr>Basic Network Concepts – Clustering</vt:lpstr>
      <vt:lpstr>Microbial Association Networks (MANs)</vt:lpstr>
      <vt:lpstr>Microbial Association Networks (MANs)</vt:lpstr>
      <vt:lpstr>Microbial Association Networks (MANs)</vt:lpstr>
      <vt:lpstr>Microbial Association Networks (MANs)</vt:lpstr>
      <vt:lpstr>Microbial Association Networks (MANs)</vt:lpstr>
      <vt:lpstr>Microbial Association Networks (MANs)</vt:lpstr>
      <vt:lpstr>Microbial Association Networks (MANs)</vt:lpstr>
      <vt:lpstr>Limitations and Challenges of MANs</vt:lpstr>
      <vt:lpstr>Hands-on!</vt:lpstr>
      <vt:lpstr>Do you want to know more?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Edir Sebastian Vidal Castro</dc:creator>
  <cp:lastModifiedBy>Edir Sebastian Vidal Castro</cp:lastModifiedBy>
  <cp:revision>5</cp:revision>
  <dcterms:created xsi:type="dcterms:W3CDTF">2026-04-22T10:49:07Z</dcterms:created>
  <dcterms:modified xsi:type="dcterms:W3CDTF">2026-04-30T11:42:01Z</dcterms:modified>
</cp:coreProperties>
</file>